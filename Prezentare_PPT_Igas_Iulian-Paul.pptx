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1"/>
  </p:notesMasterIdLst>
  <p:sldIdLst>
    <p:sldId id="256" r:id="rId2"/>
    <p:sldId id="259" r:id="rId3"/>
    <p:sldId id="271" r:id="rId4"/>
    <p:sldId id="270" r:id="rId5"/>
    <p:sldId id="260" r:id="rId6"/>
    <p:sldId id="272" r:id="rId7"/>
    <p:sldId id="273" r:id="rId8"/>
    <p:sldId id="278" r:id="rId9"/>
    <p:sldId id="263" r:id="rId10"/>
    <p:sldId id="274" r:id="rId11"/>
    <p:sldId id="283" r:id="rId12"/>
    <p:sldId id="275" r:id="rId13"/>
    <p:sldId id="279" r:id="rId14"/>
    <p:sldId id="281" r:id="rId15"/>
    <p:sldId id="267" r:id="rId16"/>
    <p:sldId id="276" r:id="rId17"/>
    <p:sldId id="268" r:id="rId18"/>
    <p:sldId id="269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ulian-Paul" initials="IP" lastIdx="1" clrIdx="0">
    <p:extLst>
      <p:ext uri="{19B8F6BF-5375-455C-9EA6-DF929625EA0E}">
        <p15:presenceInfo xmlns:p15="http://schemas.microsoft.com/office/powerpoint/2012/main" userId="Iulian-Pau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64" autoAdjust="0"/>
    <p:restoredTop sz="94660"/>
  </p:normalViewPr>
  <p:slideViewPr>
    <p:cSldViewPr snapToGrid="0">
      <p:cViewPr varScale="1">
        <p:scale>
          <a:sx n="86" d="100"/>
          <a:sy n="86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E60124-E787-4976-BD2E-6F0799016FF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810D1E-8762-4BA7-89E8-FD97A8CD16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rails new movie-app</a:t>
          </a:r>
        </a:p>
      </dgm:t>
    </dgm:pt>
    <dgm:pt modelId="{785ECFD7-06E2-46AF-8B4C-05156CA30673}" type="parTrans" cxnId="{7CA534EB-6132-4356-BAAA-ACAD6939863D}">
      <dgm:prSet/>
      <dgm:spPr/>
      <dgm:t>
        <a:bodyPr/>
        <a:lstStyle/>
        <a:p>
          <a:endParaRPr lang="en-US"/>
        </a:p>
      </dgm:t>
    </dgm:pt>
    <dgm:pt modelId="{7B0CC528-71FE-4EBE-9B88-BA61124BA3DA}" type="sibTrans" cxnId="{7CA534EB-6132-4356-BAAA-ACAD6939863D}">
      <dgm:prSet/>
      <dgm:spPr/>
      <dgm:t>
        <a:bodyPr/>
        <a:lstStyle/>
        <a:p>
          <a:endParaRPr lang="en-US"/>
        </a:p>
      </dgm:t>
    </dgm:pt>
    <dgm:pt modelId="{2C3FFD77-F855-4211-8A7A-9B88A36482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rails server</a:t>
          </a:r>
        </a:p>
      </dgm:t>
    </dgm:pt>
    <dgm:pt modelId="{B8661E1B-C244-4042-8672-F2487B2B8A5D}" type="parTrans" cxnId="{A67E38E9-753F-40B6-AF0B-13711E9B2A91}">
      <dgm:prSet/>
      <dgm:spPr/>
      <dgm:t>
        <a:bodyPr/>
        <a:lstStyle/>
        <a:p>
          <a:endParaRPr lang="en-US"/>
        </a:p>
      </dgm:t>
    </dgm:pt>
    <dgm:pt modelId="{19ED7ECD-7C87-4495-94A2-1EB34FCBB0FB}" type="sibTrans" cxnId="{A67E38E9-753F-40B6-AF0B-13711E9B2A91}">
      <dgm:prSet/>
      <dgm:spPr/>
      <dgm:t>
        <a:bodyPr/>
        <a:lstStyle/>
        <a:p>
          <a:endParaRPr lang="en-US"/>
        </a:p>
      </dgm:t>
    </dgm:pt>
    <dgm:pt modelId="{E1F20CF0-5760-41A9-AC04-039149E863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rails console</a:t>
          </a:r>
        </a:p>
      </dgm:t>
    </dgm:pt>
    <dgm:pt modelId="{D984C6BA-A5DF-4E7C-B200-695A14E6278A}" type="parTrans" cxnId="{C3BDB83E-3C68-48B5-B3AD-C52726B37398}">
      <dgm:prSet/>
      <dgm:spPr/>
      <dgm:t>
        <a:bodyPr/>
        <a:lstStyle/>
        <a:p>
          <a:endParaRPr lang="en-US"/>
        </a:p>
      </dgm:t>
    </dgm:pt>
    <dgm:pt modelId="{3F286285-A242-41C9-A4D8-ADE6B28B3CA3}" type="sibTrans" cxnId="{C3BDB83E-3C68-48B5-B3AD-C52726B37398}">
      <dgm:prSet/>
      <dgm:spPr/>
      <dgm:t>
        <a:bodyPr/>
        <a:lstStyle/>
        <a:p>
          <a:endParaRPr lang="en-US"/>
        </a:p>
      </dgm:t>
    </dgm:pt>
    <dgm:pt modelId="{A69B2A0E-F4C0-475F-A5A4-73B165BBE5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rails routes</a:t>
          </a:r>
        </a:p>
      </dgm:t>
    </dgm:pt>
    <dgm:pt modelId="{135440B9-75F6-42FC-A9B9-7F5A92198550}" type="parTrans" cxnId="{87BE2479-5490-4A38-A3D5-DB57E93C394B}">
      <dgm:prSet/>
      <dgm:spPr/>
      <dgm:t>
        <a:bodyPr/>
        <a:lstStyle/>
        <a:p>
          <a:endParaRPr lang="en-US"/>
        </a:p>
      </dgm:t>
    </dgm:pt>
    <dgm:pt modelId="{C68D68BF-DC9A-429E-AA55-30857ABD337B}" type="sibTrans" cxnId="{87BE2479-5490-4A38-A3D5-DB57E93C394B}">
      <dgm:prSet/>
      <dgm:spPr/>
      <dgm:t>
        <a:bodyPr/>
        <a:lstStyle/>
        <a:p>
          <a:endParaRPr lang="en-US"/>
        </a:p>
      </dgm:t>
    </dgm:pt>
    <dgm:pt modelId="{D796C5B9-52ED-4034-BD16-502DE2471D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rails </a:t>
          </a:r>
          <a:r>
            <a:rPr lang="en-US" dirty="0" err="1"/>
            <a:t>db:rollback</a:t>
          </a:r>
          <a:endParaRPr lang="en-US" dirty="0"/>
        </a:p>
      </dgm:t>
    </dgm:pt>
    <dgm:pt modelId="{02497B5C-61A5-40FC-B14D-787A691DD210}" type="parTrans" cxnId="{835044A4-24F7-48F9-9061-10DA4A471BC7}">
      <dgm:prSet/>
      <dgm:spPr/>
      <dgm:t>
        <a:bodyPr/>
        <a:lstStyle/>
        <a:p>
          <a:endParaRPr lang="en-US"/>
        </a:p>
      </dgm:t>
    </dgm:pt>
    <dgm:pt modelId="{2694CD57-4077-4796-B918-35E5C6F2796A}" type="sibTrans" cxnId="{835044A4-24F7-48F9-9061-10DA4A471BC7}">
      <dgm:prSet/>
      <dgm:spPr/>
      <dgm:t>
        <a:bodyPr/>
        <a:lstStyle/>
        <a:p>
          <a:endParaRPr lang="en-US"/>
        </a:p>
      </dgm:t>
    </dgm:pt>
    <dgm:pt modelId="{382D6F2F-5BFA-43C3-868C-86066E331F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rails </a:t>
          </a:r>
          <a:r>
            <a:rPr lang="en-US" dirty="0" err="1"/>
            <a:t>db:migrate</a:t>
          </a:r>
          <a:endParaRPr lang="en-US" dirty="0"/>
        </a:p>
      </dgm:t>
    </dgm:pt>
    <dgm:pt modelId="{296A728B-32DF-423B-8639-EB2324C5F929}" type="parTrans" cxnId="{83C47F37-EFDE-4361-AEAD-21DEDF551F06}">
      <dgm:prSet/>
      <dgm:spPr/>
      <dgm:t>
        <a:bodyPr/>
        <a:lstStyle/>
        <a:p>
          <a:endParaRPr lang="en-US"/>
        </a:p>
      </dgm:t>
    </dgm:pt>
    <dgm:pt modelId="{721BF1DD-36CB-4F40-8FDD-C5B69FD156AF}" type="sibTrans" cxnId="{83C47F37-EFDE-4361-AEAD-21DEDF551F06}">
      <dgm:prSet/>
      <dgm:spPr/>
      <dgm:t>
        <a:bodyPr/>
        <a:lstStyle/>
        <a:p>
          <a:endParaRPr lang="en-US"/>
        </a:p>
      </dgm:t>
    </dgm:pt>
    <dgm:pt modelId="{46D26929-913E-490C-8269-861B477B02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rails db:seed</a:t>
          </a:r>
        </a:p>
      </dgm:t>
    </dgm:pt>
    <dgm:pt modelId="{29FCAC35-D95E-4788-ADF1-4B25F7269141}" type="parTrans" cxnId="{2DFD515F-95FA-43ED-B6D7-C6F88F7F7E7F}">
      <dgm:prSet/>
      <dgm:spPr/>
      <dgm:t>
        <a:bodyPr/>
        <a:lstStyle/>
        <a:p>
          <a:endParaRPr lang="en-US"/>
        </a:p>
      </dgm:t>
    </dgm:pt>
    <dgm:pt modelId="{CFEB62BA-5B43-4DCD-B5DF-DA7F32E4FA41}" type="sibTrans" cxnId="{2DFD515F-95FA-43ED-B6D7-C6F88F7F7E7F}">
      <dgm:prSet/>
      <dgm:spPr/>
      <dgm:t>
        <a:bodyPr/>
        <a:lstStyle/>
        <a:p>
          <a:endParaRPr lang="en-US"/>
        </a:p>
      </dgm:t>
    </dgm:pt>
    <dgm:pt modelId="{0A0051DF-F9D8-494E-B4B2-1C607C6674A6}" type="pres">
      <dgm:prSet presAssocID="{35E60124-E787-4976-BD2E-6F0799016FF0}" presName="Name0" presStyleCnt="0">
        <dgm:presLayoutVars>
          <dgm:dir/>
          <dgm:resizeHandles val="exact"/>
        </dgm:presLayoutVars>
      </dgm:prSet>
      <dgm:spPr/>
    </dgm:pt>
    <dgm:pt modelId="{5E7DE30B-C0F8-400A-86BE-A2DC7CB1D557}" type="pres">
      <dgm:prSet presAssocID="{F0810D1E-8762-4BA7-89E8-FD97A8CD16AB}" presName="node" presStyleLbl="node1" presStyleIdx="0" presStyleCnt="7">
        <dgm:presLayoutVars>
          <dgm:bulletEnabled val="1"/>
        </dgm:presLayoutVars>
      </dgm:prSet>
      <dgm:spPr/>
    </dgm:pt>
    <dgm:pt modelId="{E249935A-FFE5-45A8-BB92-D97FECE6D24B}" type="pres">
      <dgm:prSet presAssocID="{7B0CC528-71FE-4EBE-9B88-BA61124BA3DA}" presName="sibTrans" presStyleLbl="sibTrans1D1" presStyleIdx="0" presStyleCnt="6"/>
      <dgm:spPr/>
    </dgm:pt>
    <dgm:pt modelId="{965DD8E5-9ED0-4A08-B09E-AFEE7FFF7D36}" type="pres">
      <dgm:prSet presAssocID="{7B0CC528-71FE-4EBE-9B88-BA61124BA3DA}" presName="connectorText" presStyleLbl="sibTrans1D1" presStyleIdx="0" presStyleCnt="6"/>
      <dgm:spPr/>
    </dgm:pt>
    <dgm:pt modelId="{4BD96384-B5A5-4DC5-8130-A91790F79B4F}" type="pres">
      <dgm:prSet presAssocID="{2C3FFD77-F855-4211-8A7A-9B88A3648280}" presName="node" presStyleLbl="node1" presStyleIdx="1" presStyleCnt="7">
        <dgm:presLayoutVars>
          <dgm:bulletEnabled val="1"/>
        </dgm:presLayoutVars>
      </dgm:prSet>
      <dgm:spPr/>
    </dgm:pt>
    <dgm:pt modelId="{E6DFA218-2B40-455F-9F1D-948D2DF85C27}" type="pres">
      <dgm:prSet presAssocID="{19ED7ECD-7C87-4495-94A2-1EB34FCBB0FB}" presName="sibTrans" presStyleLbl="sibTrans1D1" presStyleIdx="1" presStyleCnt="6"/>
      <dgm:spPr/>
    </dgm:pt>
    <dgm:pt modelId="{BD695FFC-2BED-4F3E-B4A7-722FE080406E}" type="pres">
      <dgm:prSet presAssocID="{19ED7ECD-7C87-4495-94A2-1EB34FCBB0FB}" presName="connectorText" presStyleLbl="sibTrans1D1" presStyleIdx="1" presStyleCnt="6"/>
      <dgm:spPr/>
    </dgm:pt>
    <dgm:pt modelId="{79546992-B6D2-44DA-8FD0-959220B6EA21}" type="pres">
      <dgm:prSet presAssocID="{E1F20CF0-5760-41A9-AC04-039149E863A2}" presName="node" presStyleLbl="node1" presStyleIdx="2" presStyleCnt="7">
        <dgm:presLayoutVars>
          <dgm:bulletEnabled val="1"/>
        </dgm:presLayoutVars>
      </dgm:prSet>
      <dgm:spPr/>
    </dgm:pt>
    <dgm:pt modelId="{004425E0-69C0-4256-91C3-53168A5FE30A}" type="pres">
      <dgm:prSet presAssocID="{3F286285-A242-41C9-A4D8-ADE6B28B3CA3}" presName="sibTrans" presStyleLbl="sibTrans1D1" presStyleIdx="2" presStyleCnt="6"/>
      <dgm:spPr/>
    </dgm:pt>
    <dgm:pt modelId="{DA0BEE1C-9117-4CAC-A8D3-94A6F74D1447}" type="pres">
      <dgm:prSet presAssocID="{3F286285-A242-41C9-A4D8-ADE6B28B3CA3}" presName="connectorText" presStyleLbl="sibTrans1D1" presStyleIdx="2" presStyleCnt="6"/>
      <dgm:spPr/>
    </dgm:pt>
    <dgm:pt modelId="{7628793F-4251-42F9-B80F-E600C10B33B4}" type="pres">
      <dgm:prSet presAssocID="{A69B2A0E-F4C0-475F-A5A4-73B165BBE531}" presName="node" presStyleLbl="node1" presStyleIdx="3" presStyleCnt="7">
        <dgm:presLayoutVars>
          <dgm:bulletEnabled val="1"/>
        </dgm:presLayoutVars>
      </dgm:prSet>
      <dgm:spPr/>
    </dgm:pt>
    <dgm:pt modelId="{A9F243E0-5B1B-4E3B-AA00-A0477FB035D7}" type="pres">
      <dgm:prSet presAssocID="{C68D68BF-DC9A-429E-AA55-30857ABD337B}" presName="sibTrans" presStyleLbl="sibTrans1D1" presStyleIdx="3" presStyleCnt="6"/>
      <dgm:spPr/>
    </dgm:pt>
    <dgm:pt modelId="{55A9B615-1695-4D58-A02F-5D64A8957EDB}" type="pres">
      <dgm:prSet presAssocID="{C68D68BF-DC9A-429E-AA55-30857ABD337B}" presName="connectorText" presStyleLbl="sibTrans1D1" presStyleIdx="3" presStyleCnt="6"/>
      <dgm:spPr/>
    </dgm:pt>
    <dgm:pt modelId="{18583418-3EFC-43F5-8EE1-8B73F6DEECBA}" type="pres">
      <dgm:prSet presAssocID="{D796C5B9-52ED-4034-BD16-502DE2471D23}" presName="node" presStyleLbl="node1" presStyleIdx="4" presStyleCnt="7">
        <dgm:presLayoutVars>
          <dgm:bulletEnabled val="1"/>
        </dgm:presLayoutVars>
      </dgm:prSet>
      <dgm:spPr/>
    </dgm:pt>
    <dgm:pt modelId="{50258D6D-989B-48BC-B384-D2FF1EBAA24B}" type="pres">
      <dgm:prSet presAssocID="{2694CD57-4077-4796-B918-35E5C6F2796A}" presName="sibTrans" presStyleLbl="sibTrans1D1" presStyleIdx="4" presStyleCnt="6"/>
      <dgm:spPr/>
    </dgm:pt>
    <dgm:pt modelId="{FC568C1F-89FF-4D1D-9924-25F390F6B3A4}" type="pres">
      <dgm:prSet presAssocID="{2694CD57-4077-4796-B918-35E5C6F2796A}" presName="connectorText" presStyleLbl="sibTrans1D1" presStyleIdx="4" presStyleCnt="6"/>
      <dgm:spPr/>
    </dgm:pt>
    <dgm:pt modelId="{1F685872-2287-47B5-9018-3298CDB127EF}" type="pres">
      <dgm:prSet presAssocID="{382D6F2F-5BFA-43C3-868C-86066E331F23}" presName="node" presStyleLbl="node1" presStyleIdx="5" presStyleCnt="7">
        <dgm:presLayoutVars>
          <dgm:bulletEnabled val="1"/>
        </dgm:presLayoutVars>
      </dgm:prSet>
      <dgm:spPr/>
    </dgm:pt>
    <dgm:pt modelId="{0C86886D-8F95-41DC-8E10-1140E0DD4EBB}" type="pres">
      <dgm:prSet presAssocID="{721BF1DD-36CB-4F40-8FDD-C5B69FD156AF}" presName="sibTrans" presStyleLbl="sibTrans1D1" presStyleIdx="5" presStyleCnt="6"/>
      <dgm:spPr/>
    </dgm:pt>
    <dgm:pt modelId="{26C2BD70-4962-4826-9EA2-7FF3EED72421}" type="pres">
      <dgm:prSet presAssocID="{721BF1DD-36CB-4F40-8FDD-C5B69FD156AF}" presName="connectorText" presStyleLbl="sibTrans1D1" presStyleIdx="5" presStyleCnt="6"/>
      <dgm:spPr/>
    </dgm:pt>
    <dgm:pt modelId="{5F89FE48-99C7-4B17-9801-A167496242E2}" type="pres">
      <dgm:prSet presAssocID="{46D26929-913E-490C-8269-861B477B02ED}" presName="node" presStyleLbl="node1" presStyleIdx="6" presStyleCnt="7">
        <dgm:presLayoutVars>
          <dgm:bulletEnabled val="1"/>
        </dgm:presLayoutVars>
      </dgm:prSet>
      <dgm:spPr/>
    </dgm:pt>
  </dgm:ptLst>
  <dgm:cxnLst>
    <dgm:cxn modelId="{88CF740C-9D25-421B-9A3B-09C9A4CFCC06}" type="presOf" srcId="{7B0CC528-71FE-4EBE-9B88-BA61124BA3DA}" destId="{965DD8E5-9ED0-4A08-B09E-AFEE7FFF7D36}" srcOrd="1" destOrd="0" presId="urn:microsoft.com/office/officeart/2016/7/layout/RepeatingBendingProcessNew"/>
    <dgm:cxn modelId="{E467412C-BF92-40A3-BB0B-FEBED94E9D10}" type="presOf" srcId="{E1F20CF0-5760-41A9-AC04-039149E863A2}" destId="{79546992-B6D2-44DA-8FD0-959220B6EA21}" srcOrd="0" destOrd="0" presId="urn:microsoft.com/office/officeart/2016/7/layout/RepeatingBendingProcessNew"/>
    <dgm:cxn modelId="{0C1A8B30-B606-42FB-BF7C-C534E6E33283}" type="presOf" srcId="{46D26929-913E-490C-8269-861B477B02ED}" destId="{5F89FE48-99C7-4B17-9801-A167496242E2}" srcOrd="0" destOrd="0" presId="urn:microsoft.com/office/officeart/2016/7/layout/RepeatingBendingProcessNew"/>
    <dgm:cxn modelId="{10245B31-B916-4780-8D1D-D5C39D4BA742}" type="presOf" srcId="{A69B2A0E-F4C0-475F-A5A4-73B165BBE531}" destId="{7628793F-4251-42F9-B80F-E600C10B33B4}" srcOrd="0" destOrd="0" presId="urn:microsoft.com/office/officeart/2016/7/layout/RepeatingBendingProcessNew"/>
    <dgm:cxn modelId="{83C47F37-EFDE-4361-AEAD-21DEDF551F06}" srcId="{35E60124-E787-4976-BD2E-6F0799016FF0}" destId="{382D6F2F-5BFA-43C3-868C-86066E331F23}" srcOrd="5" destOrd="0" parTransId="{296A728B-32DF-423B-8639-EB2324C5F929}" sibTransId="{721BF1DD-36CB-4F40-8FDD-C5B69FD156AF}"/>
    <dgm:cxn modelId="{C3BDB83E-3C68-48B5-B3AD-C52726B37398}" srcId="{35E60124-E787-4976-BD2E-6F0799016FF0}" destId="{E1F20CF0-5760-41A9-AC04-039149E863A2}" srcOrd="2" destOrd="0" parTransId="{D984C6BA-A5DF-4E7C-B200-695A14E6278A}" sibTransId="{3F286285-A242-41C9-A4D8-ADE6B28B3CA3}"/>
    <dgm:cxn modelId="{2DFD515F-95FA-43ED-B6D7-C6F88F7F7E7F}" srcId="{35E60124-E787-4976-BD2E-6F0799016FF0}" destId="{46D26929-913E-490C-8269-861B477B02ED}" srcOrd="6" destOrd="0" parTransId="{29FCAC35-D95E-4788-ADF1-4B25F7269141}" sibTransId="{CFEB62BA-5B43-4DCD-B5DF-DA7F32E4FA41}"/>
    <dgm:cxn modelId="{BB7A006B-966F-434F-995A-C4A9F4BB2BE0}" type="presOf" srcId="{F0810D1E-8762-4BA7-89E8-FD97A8CD16AB}" destId="{5E7DE30B-C0F8-400A-86BE-A2DC7CB1D557}" srcOrd="0" destOrd="0" presId="urn:microsoft.com/office/officeart/2016/7/layout/RepeatingBendingProcessNew"/>
    <dgm:cxn modelId="{47AB3C4C-5B27-4566-9970-3593EF66242F}" type="presOf" srcId="{3F286285-A242-41C9-A4D8-ADE6B28B3CA3}" destId="{DA0BEE1C-9117-4CAC-A8D3-94A6F74D1447}" srcOrd="1" destOrd="0" presId="urn:microsoft.com/office/officeart/2016/7/layout/RepeatingBendingProcessNew"/>
    <dgm:cxn modelId="{E765B470-4112-4F7D-81DC-62D821F772E3}" type="presOf" srcId="{19ED7ECD-7C87-4495-94A2-1EB34FCBB0FB}" destId="{BD695FFC-2BED-4F3E-B4A7-722FE080406E}" srcOrd="1" destOrd="0" presId="urn:microsoft.com/office/officeart/2016/7/layout/RepeatingBendingProcessNew"/>
    <dgm:cxn modelId="{32807F51-5003-49AB-8204-426F76562B8B}" type="presOf" srcId="{2C3FFD77-F855-4211-8A7A-9B88A3648280}" destId="{4BD96384-B5A5-4DC5-8130-A91790F79B4F}" srcOrd="0" destOrd="0" presId="urn:microsoft.com/office/officeart/2016/7/layout/RepeatingBendingProcessNew"/>
    <dgm:cxn modelId="{29087874-E36F-4428-91C0-AC223263A7C3}" type="presOf" srcId="{2694CD57-4077-4796-B918-35E5C6F2796A}" destId="{FC568C1F-89FF-4D1D-9924-25F390F6B3A4}" srcOrd="1" destOrd="0" presId="urn:microsoft.com/office/officeart/2016/7/layout/RepeatingBendingProcessNew"/>
    <dgm:cxn modelId="{40674C56-D8AA-40B5-A1C4-E055A54B6BA9}" type="presOf" srcId="{2694CD57-4077-4796-B918-35E5C6F2796A}" destId="{50258D6D-989B-48BC-B384-D2FF1EBAA24B}" srcOrd="0" destOrd="0" presId="urn:microsoft.com/office/officeart/2016/7/layout/RepeatingBendingProcessNew"/>
    <dgm:cxn modelId="{87BE2479-5490-4A38-A3D5-DB57E93C394B}" srcId="{35E60124-E787-4976-BD2E-6F0799016FF0}" destId="{A69B2A0E-F4C0-475F-A5A4-73B165BBE531}" srcOrd="3" destOrd="0" parTransId="{135440B9-75F6-42FC-A9B9-7F5A92198550}" sibTransId="{C68D68BF-DC9A-429E-AA55-30857ABD337B}"/>
    <dgm:cxn modelId="{4A57777A-BF3C-4D1F-BF27-9022754E3C45}" type="presOf" srcId="{35E60124-E787-4976-BD2E-6F0799016FF0}" destId="{0A0051DF-F9D8-494E-B4B2-1C607C6674A6}" srcOrd="0" destOrd="0" presId="urn:microsoft.com/office/officeart/2016/7/layout/RepeatingBendingProcessNew"/>
    <dgm:cxn modelId="{8D02947D-5E7B-49A5-98A4-5D72E36C8BB2}" type="presOf" srcId="{7B0CC528-71FE-4EBE-9B88-BA61124BA3DA}" destId="{E249935A-FFE5-45A8-BB92-D97FECE6D24B}" srcOrd="0" destOrd="0" presId="urn:microsoft.com/office/officeart/2016/7/layout/RepeatingBendingProcessNew"/>
    <dgm:cxn modelId="{6E9F9A96-2066-49B0-B77B-3C81BBC059E0}" type="presOf" srcId="{721BF1DD-36CB-4F40-8FDD-C5B69FD156AF}" destId="{26C2BD70-4962-4826-9EA2-7FF3EED72421}" srcOrd="1" destOrd="0" presId="urn:microsoft.com/office/officeart/2016/7/layout/RepeatingBendingProcessNew"/>
    <dgm:cxn modelId="{835044A4-24F7-48F9-9061-10DA4A471BC7}" srcId="{35E60124-E787-4976-BD2E-6F0799016FF0}" destId="{D796C5B9-52ED-4034-BD16-502DE2471D23}" srcOrd="4" destOrd="0" parTransId="{02497B5C-61A5-40FC-B14D-787A691DD210}" sibTransId="{2694CD57-4077-4796-B918-35E5C6F2796A}"/>
    <dgm:cxn modelId="{6AC5FDB1-85B1-4AD8-9BC4-F7882594D42C}" type="presOf" srcId="{C68D68BF-DC9A-429E-AA55-30857ABD337B}" destId="{A9F243E0-5B1B-4E3B-AA00-A0477FB035D7}" srcOrd="0" destOrd="0" presId="urn:microsoft.com/office/officeart/2016/7/layout/RepeatingBendingProcessNew"/>
    <dgm:cxn modelId="{00625BB3-DAE7-4D71-805C-E4D240E1A38D}" type="presOf" srcId="{C68D68BF-DC9A-429E-AA55-30857ABD337B}" destId="{55A9B615-1695-4D58-A02F-5D64A8957EDB}" srcOrd="1" destOrd="0" presId="urn:microsoft.com/office/officeart/2016/7/layout/RepeatingBendingProcessNew"/>
    <dgm:cxn modelId="{C04609BA-DB52-46C0-B0DA-E77574EC7C84}" type="presOf" srcId="{721BF1DD-36CB-4F40-8FDD-C5B69FD156AF}" destId="{0C86886D-8F95-41DC-8E10-1140E0DD4EBB}" srcOrd="0" destOrd="0" presId="urn:microsoft.com/office/officeart/2016/7/layout/RepeatingBendingProcessNew"/>
    <dgm:cxn modelId="{FB0F29C3-5BAB-4AA0-A2FE-FACA491685BC}" type="presOf" srcId="{D796C5B9-52ED-4034-BD16-502DE2471D23}" destId="{18583418-3EFC-43F5-8EE1-8B73F6DEECBA}" srcOrd="0" destOrd="0" presId="urn:microsoft.com/office/officeart/2016/7/layout/RepeatingBendingProcessNew"/>
    <dgm:cxn modelId="{726F92C4-3624-4139-B0A5-380EB2A16FCE}" type="presOf" srcId="{382D6F2F-5BFA-43C3-868C-86066E331F23}" destId="{1F685872-2287-47B5-9018-3298CDB127EF}" srcOrd="0" destOrd="0" presId="urn:microsoft.com/office/officeart/2016/7/layout/RepeatingBendingProcessNew"/>
    <dgm:cxn modelId="{0EA42DCE-BD84-4A36-B8EB-0EAB9FD4D3DA}" type="presOf" srcId="{3F286285-A242-41C9-A4D8-ADE6B28B3CA3}" destId="{004425E0-69C0-4256-91C3-53168A5FE30A}" srcOrd="0" destOrd="0" presId="urn:microsoft.com/office/officeart/2016/7/layout/RepeatingBendingProcessNew"/>
    <dgm:cxn modelId="{A67E38E9-753F-40B6-AF0B-13711E9B2A91}" srcId="{35E60124-E787-4976-BD2E-6F0799016FF0}" destId="{2C3FFD77-F855-4211-8A7A-9B88A3648280}" srcOrd="1" destOrd="0" parTransId="{B8661E1B-C244-4042-8672-F2487B2B8A5D}" sibTransId="{19ED7ECD-7C87-4495-94A2-1EB34FCBB0FB}"/>
    <dgm:cxn modelId="{7CA534EB-6132-4356-BAAA-ACAD6939863D}" srcId="{35E60124-E787-4976-BD2E-6F0799016FF0}" destId="{F0810D1E-8762-4BA7-89E8-FD97A8CD16AB}" srcOrd="0" destOrd="0" parTransId="{785ECFD7-06E2-46AF-8B4C-05156CA30673}" sibTransId="{7B0CC528-71FE-4EBE-9B88-BA61124BA3DA}"/>
    <dgm:cxn modelId="{61618CFD-026A-4C31-8F93-61DC3E6D7B12}" type="presOf" srcId="{19ED7ECD-7C87-4495-94A2-1EB34FCBB0FB}" destId="{E6DFA218-2B40-455F-9F1D-948D2DF85C27}" srcOrd="0" destOrd="0" presId="urn:microsoft.com/office/officeart/2016/7/layout/RepeatingBendingProcessNew"/>
    <dgm:cxn modelId="{46671AD0-08D6-45F8-AC7A-1129E10D5086}" type="presParOf" srcId="{0A0051DF-F9D8-494E-B4B2-1C607C6674A6}" destId="{5E7DE30B-C0F8-400A-86BE-A2DC7CB1D557}" srcOrd="0" destOrd="0" presId="urn:microsoft.com/office/officeart/2016/7/layout/RepeatingBendingProcessNew"/>
    <dgm:cxn modelId="{46AFE7D3-B24A-494D-AA8B-1B7058A322D9}" type="presParOf" srcId="{0A0051DF-F9D8-494E-B4B2-1C607C6674A6}" destId="{E249935A-FFE5-45A8-BB92-D97FECE6D24B}" srcOrd="1" destOrd="0" presId="urn:microsoft.com/office/officeart/2016/7/layout/RepeatingBendingProcessNew"/>
    <dgm:cxn modelId="{CD268CE1-7E6B-4EF8-AB0D-CD79AFEC6608}" type="presParOf" srcId="{E249935A-FFE5-45A8-BB92-D97FECE6D24B}" destId="{965DD8E5-9ED0-4A08-B09E-AFEE7FFF7D36}" srcOrd="0" destOrd="0" presId="urn:microsoft.com/office/officeart/2016/7/layout/RepeatingBendingProcessNew"/>
    <dgm:cxn modelId="{537CACEA-8F21-4560-AAD0-D458D80FDC52}" type="presParOf" srcId="{0A0051DF-F9D8-494E-B4B2-1C607C6674A6}" destId="{4BD96384-B5A5-4DC5-8130-A91790F79B4F}" srcOrd="2" destOrd="0" presId="urn:microsoft.com/office/officeart/2016/7/layout/RepeatingBendingProcessNew"/>
    <dgm:cxn modelId="{A8751A3D-4D27-4E1C-8FD5-A0B3067B51FC}" type="presParOf" srcId="{0A0051DF-F9D8-494E-B4B2-1C607C6674A6}" destId="{E6DFA218-2B40-455F-9F1D-948D2DF85C27}" srcOrd="3" destOrd="0" presId="urn:microsoft.com/office/officeart/2016/7/layout/RepeatingBendingProcessNew"/>
    <dgm:cxn modelId="{B16B793F-4213-40D6-9373-AB5787E58742}" type="presParOf" srcId="{E6DFA218-2B40-455F-9F1D-948D2DF85C27}" destId="{BD695FFC-2BED-4F3E-B4A7-722FE080406E}" srcOrd="0" destOrd="0" presId="urn:microsoft.com/office/officeart/2016/7/layout/RepeatingBendingProcessNew"/>
    <dgm:cxn modelId="{BD88E950-2C04-4DB9-9CB0-00A9309D3087}" type="presParOf" srcId="{0A0051DF-F9D8-494E-B4B2-1C607C6674A6}" destId="{79546992-B6D2-44DA-8FD0-959220B6EA21}" srcOrd="4" destOrd="0" presId="urn:microsoft.com/office/officeart/2016/7/layout/RepeatingBendingProcessNew"/>
    <dgm:cxn modelId="{B82BA3E3-EEF6-42FA-958B-79C9EC032B20}" type="presParOf" srcId="{0A0051DF-F9D8-494E-B4B2-1C607C6674A6}" destId="{004425E0-69C0-4256-91C3-53168A5FE30A}" srcOrd="5" destOrd="0" presId="urn:microsoft.com/office/officeart/2016/7/layout/RepeatingBendingProcessNew"/>
    <dgm:cxn modelId="{9CA9FDF3-3B39-40F6-97AF-FA94B477BE0A}" type="presParOf" srcId="{004425E0-69C0-4256-91C3-53168A5FE30A}" destId="{DA0BEE1C-9117-4CAC-A8D3-94A6F74D1447}" srcOrd="0" destOrd="0" presId="urn:microsoft.com/office/officeart/2016/7/layout/RepeatingBendingProcessNew"/>
    <dgm:cxn modelId="{36C3FF20-87B8-4D8C-A3B2-D9DDF9EB8726}" type="presParOf" srcId="{0A0051DF-F9D8-494E-B4B2-1C607C6674A6}" destId="{7628793F-4251-42F9-B80F-E600C10B33B4}" srcOrd="6" destOrd="0" presId="urn:microsoft.com/office/officeart/2016/7/layout/RepeatingBendingProcessNew"/>
    <dgm:cxn modelId="{B50E865B-E946-47EF-BF24-48D69AAAAA24}" type="presParOf" srcId="{0A0051DF-F9D8-494E-B4B2-1C607C6674A6}" destId="{A9F243E0-5B1B-4E3B-AA00-A0477FB035D7}" srcOrd="7" destOrd="0" presId="urn:microsoft.com/office/officeart/2016/7/layout/RepeatingBendingProcessNew"/>
    <dgm:cxn modelId="{633E8680-4EFF-4F20-A6F8-1981804E6033}" type="presParOf" srcId="{A9F243E0-5B1B-4E3B-AA00-A0477FB035D7}" destId="{55A9B615-1695-4D58-A02F-5D64A8957EDB}" srcOrd="0" destOrd="0" presId="urn:microsoft.com/office/officeart/2016/7/layout/RepeatingBendingProcessNew"/>
    <dgm:cxn modelId="{B7FF67EB-4BE7-4DAB-9ADF-A4ED6319D6A3}" type="presParOf" srcId="{0A0051DF-F9D8-494E-B4B2-1C607C6674A6}" destId="{18583418-3EFC-43F5-8EE1-8B73F6DEECBA}" srcOrd="8" destOrd="0" presId="urn:microsoft.com/office/officeart/2016/7/layout/RepeatingBendingProcessNew"/>
    <dgm:cxn modelId="{3CE277A7-15F9-40D2-B412-6AD7EEF759DD}" type="presParOf" srcId="{0A0051DF-F9D8-494E-B4B2-1C607C6674A6}" destId="{50258D6D-989B-48BC-B384-D2FF1EBAA24B}" srcOrd="9" destOrd="0" presId="urn:microsoft.com/office/officeart/2016/7/layout/RepeatingBendingProcessNew"/>
    <dgm:cxn modelId="{CB2C689D-8313-482E-B6CE-B8334932EA9E}" type="presParOf" srcId="{50258D6D-989B-48BC-B384-D2FF1EBAA24B}" destId="{FC568C1F-89FF-4D1D-9924-25F390F6B3A4}" srcOrd="0" destOrd="0" presId="urn:microsoft.com/office/officeart/2016/7/layout/RepeatingBendingProcessNew"/>
    <dgm:cxn modelId="{0EFDD822-48BA-40A5-A2FC-61243E7DF9EC}" type="presParOf" srcId="{0A0051DF-F9D8-494E-B4B2-1C607C6674A6}" destId="{1F685872-2287-47B5-9018-3298CDB127EF}" srcOrd="10" destOrd="0" presId="urn:microsoft.com/office/officeart/2016/7/layout/RepeatingBendingProcessNew"/>
    <dgm:cxn modelId="{68EACEAC-ABBC-4FC4-A148-FEA6508F63E7}" type="presParOf" srcId="{0A0051DF-F9D8-494E-B4B2-1C607C6674A6}" destId="{0C86886D-8F95-41DC-8E10-1140E0DD4EBB}" srcOrd="11" destOrd="0" presId="urn:microsoft.com/office/officeart/2016/7/layout/RepeatingBendingProcessNew"/>
    <dgm:cxn modelId="{A0682906-88C1-4866-A38F-3B1FE2BE7DC3}" type="presParOf" srcId="{0C86886D-8F95-41DC-8E10-1140E0DD4EBB}" destId="{26C2BD70-4962-4826-9EA2-7FF3EED72421}" srcOrd="0" destOrd="0" presId="urn:microsoft.com/office/officeart/2016/7/layout/RepeatingBendingProcessNew"/>
    <dgm:cxn modelId="{45397C0B-3102-4045-AF39-18AF22B7CF9F}" type="presParOf" srcId="{0A0051DF-F9D8-494E-B4B2-1C607C6674A6}" destId="{5F89FE48-99C7-4B17-9801-A167496242E2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5E3D21-5B31-4098-B661-1FA963810100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DC1C070-8D15-4B2A-A779-04C0A3233A1C}">
      <dgm:prSet/>
      <dgm:spPr>
        <a:solidFill>
          <a:srgbClr val="C00000"/>
        </a:solidFill>
      </dgm:spPr>
      <dgm:t>
        <a:bodyPr/>
        <a:lstStyle/>
        <a:p>
          <a:r>
            <a:rPr lang="en-US"/>
            <a:t>devise</a:t>
          </a:r>
        </a:p>
      </dgm:t>
    </dgm:pt>
    <dgm:pt modelId="{DE5E555C-1A96-4A56-B5C1-1B7038EE64B0}" type="parTrans" cxnId="{DEA2978E-C875-415E-8729-2EC0D64CF0BD}">
      <dgm:prSet/>
      <dgm:spPr/>
      <dgm:t>
        <a:bodyPr/>
        <a:lstStyle/>
        <a:p>
          <a:endParaRPr lang="en-US"/>
        </a:p>
      </dgm:t>
    </dgm:pt>
    <dgm:pt modelId="{370BF909-E90C-413F-9475-9EA59FC2528C}" type="sibTrans" cxnId="{DEA2978E-C875-415E-8729-2EC0D64CF0BD}">
      <dgm:prSet/>
      <dgm:spPr/>
      <dgm:t>
        <a:bodyPr/>
        <a:lstStyle/>
        <a:p>
          <a:endParaRPr lang="en-US"/>
        </a:p>
      </dgm:t>
    </dgm:pt>
    <dgm:pt modelId="{621B5F62-9C4A-4E62-9927-308CA894C038}">
      <dgm:prSet/>
      <dgm:spPr>
        <a:solidFill>
          <a:srgbClr val="C00000"/>
        </a:solidFill>
      </dgm:spPr>
      <dgm:t>
        <a:bodyPr/>
        <a:lstStyle/>
        <a:p>
          <a:r>
            <a:rPr lang="en-US" dirty="0"/>
            <a:t>sqlite3</a:t>
          </a:r>
        </a:p>
      </dgm:t>
    </dgm:pt>
    <dgm:pt modelId="{D82C563A-3B8B-40FF-B1C6-41D8825BC428}" type="parTrans" cxnId="{49A1C6BD-F4E6-4323-B9A0-96EA14B9044D}">
      <dgm:prSet/>
      <dgm:spPr/>
      <dgm:t>
        <a:bodyPr/>
        <a:lstStyle/>
        <a:p>
          <a:endParaRPr lang="en-US"/>
        </a:p>
      </dgm:t>
    </dgm:pt>
    <dgm:pt modelId="{DDD56A50-8F21-428B-A15B-F35C6CB529E7}" type="sibTrans" cxnId="{49A1C6BD-F4E6-4323-B9A0-96EA14B9044D}">
      <dgm:prSet/>
      <dgm:spPr/>
      <dgm:t>
        <a:bodyPr/>
        <a:lstStyle/>
        <a:p>
          <a:endParaRPr lang="en-US"/>
        </a:p>
      </dgm:t>
    </dgm:pt>
    <dgm:pt modelId="{C8EB1688-B47D-4BD4-9E9C-A647A0429730}">
      <dgm:prSet/>
      <dgm:spPr>
        <a:solidFill>
          <a:srgbClr val="C00000"/>
        </a:solidFill>
      </dgm:spPr>
      <dgm:t>
        <a:bodyPr/>
        <a:lstStyle/>
        <a:p>
          <a:r>
            <a:rPr lang="en-US" dirty="0"/>
            <a:t>bootstrap</a:t>
          </a:r>
        </a:p>
      </dgm:t>
    </dgm:pt>
    <dgm:pt modelId="{7C749D8F-D8F9-4BD6-8137-8C666A8CD5C3}" type="parTrans" cxnId="{06E4462F-1C3F-45B4-B6AA-14557BEBDF18}">
      <dgm:prSet/>
      <dgm:spPr/>
      <dgm:t>
        <a:bodyPr/>
        <a:lstStyle/>
        <a:p>
          <a:endParaRPr lang="en-US"/>
        </a:p>
      </dgm:t>
    </dgm:pt>
    <dgm:pt modelId="{28414488-0EA8-4EE9-B388-62F847B28FEC}" type="sibTrans" cxnId="{06E4462F-1C3F-45B4-B6AA-14557BEBDF18}">
      <dgm:prSet/>
      <dgm:spPr/>
      <dgm:t>
        <a:bodyPr/>
        <a:lstStyle/>
        <a:p>
          <a:endParaRPr lang="en-US"/>
        </a:p>
      </dgm:t>
    </dgm:pt>
    <dgm:pt modelId="{6A64AB9D-C681-49E1-BF2D-2944F4D4F547}">
      <dgm:prSet/>
      <dgm:spPr>
        <a:solidFill>
          <a:srgbClr val="C00000"/>
        </a:solidFill>
      </dgm:spPr>
      <dgm:t>
        <a:bodyPr/>
        <a:lstStyle/>
        <a:p>
          <a:r>
            <a:rPr lang="en-US" dirty="0" err="1"/>
            <a:t>jquery</a:t>
          </a:r>
          <a:r>
            <a:rPr lang="en-US" dirty="0"/>
            <a:t>-rails</a:t>
          </a:r>
        </a:p>
      </dgm:t>
    </dgm:pt>
    <dgm:pt modelId="{F5D56A5F-4721-4011-9E16-BC7EFA8CFB70}" type="parTrans" cxnId="{70675ED1-F07B-4CD9-906C-C894A30BF52C}">
      <dgm:prSet/>
      <dgm:spPr/>
      <dgm:t>
        <a:bodyPr/>
        <a:lstStyle/>
        <a:p>
          <a:endParaRPr lang="en-US"/>
        </a:p>
      </dgm:t>
    </dgm:pt>
    <dgm:pt modelId="{16B71092-B299-46FF-A11F-98B371755E51}" type="sibTrans" cxnId="{70675ED1-F07B-4CD9-906C-C894A30BF52C}">
      <dgm:prSet/>
      <dgm:spPr/>
      <dgm:t>
        <a:bodyPr/>
        <a:lstStyle/>
        <a:p>
          <a:endParaRPr lang="en-US"/>
        </a:p>
      </dgm:t>
    </dgm:pt>
    <dgm:pt modelId="{F60AE72F-61B5-405F-80EC-1401E84FD74C}">
      <dgm:prSet/>
      <dgm:spPr>
        <a:solidFill>
          <a:srgbClr val="C00000"/>
        </a:solidFill>
      </dgm:spPr>
      <dgm:t>
        <a:bodyPr/>
        <a:lstStyle/>
        <a:p>
          <a:r>
            <a:rPr lang="en-US" dirty="0" err="1"/>
            <a:t>simple_form</a:t>
          </a:r>
          <a:endParaRPr lang="en-US" dirty="0"/>
        </a:p>
      </dgm:t>
    </dgm:pt>
    <dgm:pt modelId="{3500635E-E2F3-4248-A55E-F640454EAE82}" type="parTrans" cxnId="{F4688D37-5FF9-45E2-BDDA-0B28DDC09086}">
      <dgm:prSet/>
      <dgm:spPr/>
      <dgm:t>
        <a:bodyPr/>
        <a:lstStyle/>
        <a:p>
          <a:endParaRPr lang="en-US"/>
        </a:p>
      </dgm:t>
    </dgm:pt>
    <dgm:pt modelId="{80C9A454-BD0E-4051-8413-AEC5C1D584E2}" type="sibTrans" cxnId="{F4688D37-5FF9-45E2-BDDA-0B28DDC09086}">
      <dgm:prSet/>
      <dgm:spPr/>
      <dgm:t>
        <a:bodyPr/>
        <a:lstStyle/>
        <a:p>
          <a:endParaRPr lang="en-US"/>
        </a:p>
      </dgm:t>
    </dgm:pt>
    <dgm:pt modelId="{27C99518-675D-4514-9A63-F55647A330B1}">
      <dgm:prSet/>
      <dgm:spPr>
        <a:solidFill>
          <a:srgbClr val="C00000"/>
        </a:solidFill>
      </dgm:spPr>
      <dgm:t>
        <a:bodyPr/>
        <a:lstStyle/>
        <a:p>
          <a:r>
            <a:rPr lang="en-US" dirty="0" err="1"/>
            <a:t>chartkick</a:t>
          </a:r>
          <a:endParaRPr lang="en-US" dirty="0"/>
        </a:p>
      </dgm:t>
    </dgm:pt>
    <dgm:pt modelId="{3A6EC1C7-CF25-4A1D-B628-06D42A4535E8}" type="parTrans" cxnId="{5291483E-36CD-43E6-9C0C-7D0CF7AD038A}">
      <dgm:prSet/>
      <dgm:spPr/>
      <dgm:t>
        <a:bodyPr/>
        <a:lstStyle/>
        <a:p>
          <a:endParaRPr lang="en-US"/>
        </a:p>
      </dgm:t>
    </dgm:pt>
    <dgm:pt modelId="{A7D2F1C2-6DBE-4A66-9667-9DDE65C47AED}" type="sibTrans" cxnId="{5291483E-36CD-43E6-9C0C-7D0CF7AD038A}">
      <dgm:prSet/>
      <dgm:spPr/>
      <dgm:t>
        <a:bodyPr/>
        <a:lstStyle/>
        <a:p>
          <a:endParaRPr lang="en-US"/>
        </a:p>
      </dgm:t>
    </dgm:pt>
    <dgm:pt modelId="{453888A5-F195-48AA-87DA-6E89D43F7EE9}">
      <dgm:prSet/>
      <dgm:spPr>
        <a:solidFill>
          <a:srgbClr val="C00000"/>
        </a:solidFill>
      </dgm:spPr>
      <dgm:t>
        <a:bodyPr/>
        <a:lstStyle/>
        <a:p>
          <a:r>
            <a:rPr lang="en-US" dirty="0" err="1"/>
            <a:t>groupdate</a:t>
          </a:r>
          <a:endParaRPr lang="en-US" dirty="0"/>
        </a:p>
      </dgm:t>
    </dgm:pt>
    <dgm:pt modelId="{BF6E34D5-E468-48D2-BE4B-5B23B00C73DD}" type="parTrans" cxnId="{03C11577-51F4-4345-B016-22E17F8EFCEA}">
      <dgm:prSet/>
      <dgm:spPr/>
      <dgm:t>
        <a:bodyPr/>
        <a:lstStyle/>
        <a:p>
          <a:endParaRPr lang="en-US"/>
        </a:p>
      </dgm:t>
    </dgm:pt>
    <dgm:pt modelId="{953A23F9-1F59-432C-81FC-C59927511C4B}" type="sibTrans" cxnId="{03C11577-51F4-4345-B016-22E17F8EFCEA}">
      <dgm:prSet/>
      <dgm:spPr/>
      <dgm:t>
        <a:bodyPr/>
        <a:lstStyle/>
        <a:p>
          <a:endParaRPr lang="en-US"/>
        </a:p>
      </dgm:t>
    </dgm:pt>
    <dgm:pt modelId="{7A9EA1AE-83AD-478A-AF6D-BA703138A6DB}">
      <dgm:prSet/>
      <dgm:spPr>
        <a:solidFill>
          <a:srgbClr val="C00000"/>
        </a:solidFill>
      </dgm:spPr>
      <dgm:t>
        <a:bodyPr/>
        <a:lstStyle/>
        <a:p>
          <a:r>
            <a:rPr lang="en-US" dirty="0" err="1"/>
            <a:t>kaminari</a:t>
          </a:r>
          <a:endParaRPr lang="en-US" dirty="0"/>
        </a:p>
      </dgm:t>
    </dgm:pt>
    <dgm:pt modelId="{1C46B103-1E54-4C11-9B9A-AF6BFD82F5C0}" type="parTrans" cxnId="{D2CB3CF8-F4A8-421C-A2DC-89A6DBD7C0B0}">
      <dgm:prSet/>
      <dgm:spPr/>
      <dgm:t>
        <a:bodyPr/>
        <a:lstStyle/>
        <a:p>
          <a:endParaRPr lang="en-US"/>
        </a:p>
      </dgm:t>
    </dgm:pt>
    <dgm:pt modelId="{D057AB60-0266-4174-89C5-F85485D3CFA8}" type="sibTrans" cxnId="{D2CB3CF8-F4A8-421C-A2DC-89A6DBD7C0B0}">
      <dgm:prSet/>
      <dgm:spPr/>
      <dgm:t>
        <a:bodyPr/>
        <a:lstStyle/>
        <a:p>
          <a:endParaRPr lang="en-US"/>
        </a:p>
      </dgm:t>
    </dgm:pt>
    <dgm:pt modelId="{ADF23100-B093-4A8A-B0C1-CE341AC09E0F}">
      <dgm:prSet/>
      <dgm:spPr>
        <a:solidFill>
          <a:srgbClr val="C00000"/>
        </a:solidFill>
      </dgm:spPr>
      <dgm:t>
        <a:bodyPr/>
        <a:lstStyle/>
        <a:p>
          <a:r>
            <a:rPr lang="en-US" dirty="0" err="1"/>
            <a:t>rspec</a:t>
          </a:r>
          <a:endParaRPr lang="en-US" dirty="0"/>
        </a:p>
      </dgm:t>
    </dgm:pt>
    <dgm:pt modelId="{98D1ECD3-34E3-4F8E-BF10-CEB7D47296B9}" type="parTrans" cxnId="{C5F0ECA3-1FAA-4B5F-9574-63068FAFB9C7}">
      <dgm:prSet/>
      <dgm:spPr/>
      <dgm:t>
        <a:bodyPr/>
        <a:lstStyle/>
        <a:p>
          <a:endParaRPr lang="en-US"/>
        </a:p>
      </dgm:t>
    </dgm:pt>
    <dgm:pt modelId="{CBE4A808-665F-4BC5-BA65-F5685BE75894}" type="sibTrans" cxnId="{C5F0ECA3-1FAA-4B5F-9574-63068FAFB9C7}">
      <dgm:prSet/>
      <dgm:spPr/>
      <dgm:t>
        <a:bodyPr/>
        <a:lstStyle/>
        <a:p>
          <a:endParaRPr lang="en-US"/>
        </a:p>
      </dgm:t>
    </dgm:pt>
    <dgm:pt modelId="{3A67B759-926F-4E8C-96F3-5A1FE2546F18}">
      <dgm:prSet/>
      <dgm:spPr>
        <a:solidFill>
          <a:srgbClr val="C00000"/>
        </a:solidFill>
      </dgm:spPr>
      <dgm:t>
        <a:bodyPr/>
        <a:lstStyle/>
        <a:p>
          <a:r>
            <a:rPr lang="en-US" dirty="0"/>
            <a:t>faker</a:t>
          </a:r>
        </a:p>
      </dgm:t>
    </dgm:pt>
    <dgm:pt modelId="{143721E4-8AE8-4FFA-9DAE-6C02C46CC0D7}" type="parTrans" cxnId="{4E48DE30-DAC0-47A4-9CDD-44BF7E2FFBDB}">
      <dgm:prSet/>
      <dgm:spPr/>
      <dgm:t>
        <a:bodyPr/>
        <a:lstStyle/>
        <a:p>
          <a:endParaRPr lang="en-US"/>
        </a:p>
      </dgm:t>
    </dgm:pt>
    <dgm:pt modelId="{8830A473-3D31-40BE-A602-1F5715F3375D}" type="sibTrans" cxnId="{4E48DE30-DAC0-47A4-9CDD-44BF7E2FFBDB}">
      <dgm:prSet/>
      <dgm:spPr/>
      <dgm:t>
        <a:bodyPr/>
        <a:lstStyle/>
        <a:p>
          <a:endParaRPr lang="en-US"/>
        </a:p>
      </dgm:t>
    </dgm:pt>
    <dgm:pt modelId="{E09A5820-FFF6-48E7-B6F4-F2701D577F84}">
      <dgm:prSet/>
      <dgm:spPr>
        <a:solidFill>
          <a:srgbClr val="C00000"/>
        </a:solidFill>
      </dgm:spPr>
      <dgm:t>
        <a:bodyPr/>
        <a:lstStyle/>
        <a:p>
          <a:r>
            <a:rPr lang="en-US" dirty="0" err="1"/>
            <a:t>factorybot</a:t>
          </a:r>
          <a:endParaRPr lang="en-US" dirty="0"/>
        </a:p>
      </dgm:t>
    </dgm:pt>
    <dgm:pt modelId="{D18A362F-D2AE-4862-BFB7-F87C338088D7}" type="parTrans" cxnId="{78AFAA68-7E7C-4FF0-A15A-523D334FC2AC}">
      <dgm:prSet/>
      <dgm:spPr/>
      <dgm:t>
        <a:bodyPr/>
        <a:lstStyle/>
        <a:p>
          <a:endParaRPr lang="en-US"/>
        </a:p>
      </dgm:t>
    </dgm:pt>
    <dgm:pt modelId="{932F4B74-DDF7-4FE5-AEB2-11B7ECC24BE3}" type="sibTrans" cxnId="{78AFAA68-7E7C-4FF0-A15A-523D334FC2AC}">
      <dgm:prSet/>
      <dgm:spPr/>
      <dgm:t>
        <a:bodyPr/>
        <a:lstStyle/>
        <a:p>
          <a:endParaRPr lang="en-US"/>
        </a:p>
      </dgm:t>
    </dgm:pt>
    <dgm:pt modelId="{C426A40D-DDB3-4BC3-9934-C24A24074A7E}">
      <dgm:prSet/>
      <dgm:spPr>
        <a:solidFill>
          <a:srgbClr val="C00000"/>
        </a:solidFill>
      </dgm:spPr>
      <dgm:t>
        <a:bodyPr/>
        <a:lstStyle/>
        <a:p>
          <a:r>
            <a:rPr lang="en-US" dirty="0" err="1"/>
            <a:t>shoulda</a:t>
          </a:r>
          <a:r>
            <a:rPr lang="en-US" dirty="0"/>
            <a:t>-matchers</a:t>
          </a:r>
        </a:p>
      </dgm:t>
    </dgm:pt>
    <dgm:pt modelId="{1B05A644-079D-4D21-8E17-4831E945CFE5}" type="parTrans" cxnId="{403208D4-315E-44D6-8162-622492543E56}">
      <dgm:prSet/>
      <dgm:spPr/>
      <dgm:t>
        <a:bodyPr/>
        <a:lstStyle/>
        <a:p>
          <a:endParaRPr lang="en-US"/>
        </a:p>
      </dgm:t>
    </dgm:pt>
    <dgm:pt modelId="{2E0FBF2B-E427-4A49-8EC7-523DB4C73F28}" type="sibTrans" cxnId="{403208D4-315E-44D6-8162-622492543E56}">
      <dgm:prSet/>
      <dgm:spPr/>
      <dgm:t>
        <a:bodyPr/>
        <a:lstStyle/>
        <a:p>
          <a:endParaRPr lang="en-US"/>
        </a:p>
      </dgm:t>
    </dgm:pt>
    <dgm:pt modelId="{EC122AC2-DC6D-42B5-8275-B72D232C7C1E}">
      <dgm:prSet/>
      <dgm:spPr>
        <a:solidFill>
          <a:srgbClr val="C00000"/>
        </a:solidFill>
      </dgm:spPr>
      <dgm:t>
        <a:bodyPr/>
        <a:lstStyle/>
        <a:p>
          <a:r>
            <a:rPr lang="en-US" dirty="0"/>
            <a:t>pry</a:t>
          </a:r>
        </a:p>
      </dgm:t>
    </dgm:pt>
    <dgm:pt modelId="{69BE5F57-3E46-4FF4-8C24-FB872204DABF}" type="parTrans" cxnId="{239B6B81-FEDD-4FB2-BBBA-D660B9723F35}">
      <dgm:prSet/>
      <dgm:spPr/>
      <dgm:t>
        <a:bodyPr/>
        <a:lstStyle/>
        <a:p>
          <a:endParaRPr lang="en-US"/>
        </a:p>
      </dgm:t>
    </dgm:pt>
    <dgm:pt modelId="{AD005C67-C8AC-4EFB-B4D2-9A9A14770D54}" type="sibTrans" cxnId="{239B6B81-FEDD-4FB2-BBBA-D660B9723F35}">
      <dgm:prSet/>
      <dgm:spPr/>
      <dgm:t>
        <a:bodyPr/>
        <a:lstStyle/>
        <a:p>
          <a:endParaRPr lang="en-US"/>
        </a:p>
      </dgm:t>
    </dgm:pt>
    <dgm:pt modelId="{8B16550D-25DA-4C66-8DD3-8E8483279D08}">
      <dgm:prSet/>
      <dgm:spPr>
        <a:solidFill>
          <a:srgbClr val="C00000"/>
        </a:solidFill>
      </dgm:spPr>
      <dgm:t>
        <a:bodyPr/>
        <a:lstStyle/>
        <a:p>
          <a:r>
            <a:rPr lang="en-US" dirty="0"/>
            <a:t>puma, </a:t>
          </a:r>
          <a:r>
            <a:rPr lang="en-US" dirty="0" err="1"/>
            <a:t>webpacker</a:t>
          </a:r>
          <a:r>
            <a:rPr lang="en-US" dirty="0"/>
            <a:t>, </a:t>
          </a:r>
          <a:r>
            <a:rPr lang="en-US" dirty="0" err="1"/>
            <a:t>turbolinks</a:t>
          </a:r>
          <a:r>
            <a:rPr lang="en-US" dirty="0"/>
            <a:t>, </a:t>
          </a:r>
          <a:r>
            <a:rPr lang="en-US" dirty="0" err="1"/>
            <a:t>webconsole</a:t>
          </a:r>
          <a:endParaRPr lang="en-US" dirty="0"/>
        </a:p>
      </dgm:t>
    </dgm:pt>
    <dgm:pt modelId="{DD522FA9-3946-4C66-9906-2BCF36A62364}" type="parTrans" cxnId="{1EE509C5-8FC9-4D97-ACFA-E1374107D083}">
      <dgm:prSet/>
      <dgm:spPr/>
      <dgm:t>
        <a:bodyPr/>
        <a:lstStyle/>
        <a:p>
          <a:endParaRPr lang="en-US"/>
        </a:p>
      </dgm:t>
    </dgm:pt>
    <dgm:pt modelId="{F8740B13-C02F-470D-859C-4EE816C80D08}" type="sibTrans" cxnId="{1EE509C5-8FC9-4D97-ACFA-E1374107D083}">
      <dgm:prSet/>
      <dgm:spPr/>
      <dgm:t>
        <a:bodyPr/>
        <a:lstStyle/>
        <a:p>
          <a:endParaRPr lang="en-US"/>
        </a:p>
      </dgm:t>
    </dgm:pt>
    <dgm:pt modelId="{FECE2E97-48AB-4107-9811-C49B928A7257}" type="pres">
      <dgm:prSet presAssocID="{315E3D21-5B31-4098-B661-1FA963810100}" presName="Name0" presStyleCnt="0">
        <dgm:presLayoutVars>
          <dgm:dir/>
          <dgm:resizeHandles val="exact"/>
        </dgm:presLayoutVars>
      </dgm:prSet>
      <dgm:spPr/>
    </dgm:pt>
    <dgm:pt modelId="{2F44C663-5518-4D37-9DAD-FF3E42885781}" type="pres">
      <dgm:prSet presAssocID="{9DC1C070-8D15-4B2A-A779-04C0A3233A1C}" presName="node" presStyleLbl="node1" presStyleIdx="0" presStyleCnt="14">
        <dgm:presLayoutVars>
          <dgm:bulletEnabled val="1"/>
        </dgm:presLayoutVars>
      </dgm:prSet>
      <dgm:spPr/>
    </dgm:pt>
    <dgm:pt modelId="{D3C232CF-B3DE-4EAA-A623-BEF67A8148C7}" type="pres">
      <dgm:prSet presAssocID="{370BF909-E90C-413F-9475-9EA59FC2528C}" presName="sibTrans" presStyleLbl="sibTrans1D1" presStyleIdx="0" presStyleCnt="13"/>
      <dgm:spPr/>
    </dgm:pt>
    <dgm:pt modelId="{7B5FA8C8-AB77-4FA2-A303-AC1FCA6CF801}" type="pres">
      <dgm:prSet presAssocID="{370BF909-E90C-413F-9475-9EA59FC2528C}" presName="connectorText" presStyleLbl="sibTrans1D1" presStyleIdx="0" presStyleCnt="13"/>
      <dgm:spPr/>
    </dgm:pt>
    <dgm:pt modelId="{14E14E78-BA60-4E0D-BEAF-9CF51B4B48C5}" type="pres">
      <dgm:prSet presAssocID="{621B5F62-9C4A-4E62-9927-308CA894C038}" presName="node" presStyleLbl="node1" presStyleIdx="1" presStyleCnt="14">
        <dgm:presLayoutVars>
          <dgm:bulletEnabled val="1"/>
        </dgm:presLayoutVars>
      </dgm:prSet>
      <dgm:spPr/>
    </dgm:pt>
    <dgm:pt modelId="{E60D2258-D8AC-449B-AE8F-ED8A167009CB}" type="pres">
      <dgm:prSet presAssocID="{DDD56A50-8F21-428B-A15B-F35C6CB529E7}" presName="sibTrans" presStyleLbl="sibTrans1D1" presStyleIdx="1" presStyleCnt="13"/>
      <dgm:spPr/>
    </dgm:pt>
    <dgm:pt modelId="{A41C3E83-734C-4DC2-8392-68A54C1361CD}" type="pres">
      <dgm:prSet presAssocID="{DDD56A50-8F21-428B-A15B-F35C6CB529E7}" presName="connectorText" presStyleLbl="sibTrans1D1" presStyleIdx="1" presStyleCnt="13"/>
      <dgm:spPr/>
    </dgm:pt>
    <dgm:pt modelId="{983B44F2-A425-4CDD-AA4D-26CED5327BCF}" type="pres">
      <dgm:prSet presAssocID="{C8EB1688-B47D-4BD4-9E9C-A647A0429730}" presName="node" presStyleLbl="node1" presStyleIdx="2" presStyleCnt="14">
        <dgm:presLayoutVars>
          <dgm:bulletEnabled val="1"/>
        </dgm:presLayoutVars>
      </dgm:prSet>
      <dgm:spPr/>
    </dgm:pt>
    <dgm:pt modelId="{4E2E3AB3-9733-4BA8-BF52-E299392E47D4}" type="pres">
      <dgm:prSet presAssocID="{28414488-0EA8-4EE9-B388-62F847B28FEC}" presName="sibTrans" presStyleLbl="sibTrans1D1" presStyleIdx="2" presStyleCnt="13"/>
      <dgm:spPr/>
    </dgm:pt>
    <dgm:pt modelId="{A6537E32-C1A3-40B5-BA46-8B28E34C675E}" type="pres">
      <dgm:prSet presAssocID="{28414488-0EA8-4EE9-B388-62F847B28FEC}" presName="connectorText" presStyleLbl="sibTrans1D1" presStyleIdx="2" presStyleCnt="13"/>
      <dgm:spPr/>
    </dgm:pt>
    <dgm:pt modelId="{F14DAA9D-3023-4D93-BB8B-20B6A19CA790}" type="pres">
      <dgm:prSet presAssocID="{6A64AB9D-C681-49E1-BF2D-2944F4D4F547}" presName="node" presStyleLbl="node1" presStyleIdx="3" presStyleCnt="14">
        <dgm:presLayoutVars>
          <dgm:bulletEnabled val="1"/>
        </dgm:presLayoutVars>
      </dgm:prSet>
      <dgm:spPr/>
    </dgm:pt>
    <dgm:pt modelId="{8B26569A-D2B3-4354-99BB-27AF70BF0107}" type="pres">
      <dgm:prSet presAssocID="{16B71092-B299-46FF-A11F-98B371755E51}" presName="sibTrans" presStyleLbl="sibTrans1D1" presStyleIdx="3" presStyleCnt="13"/>
      <dgm:spPr/>
    </dgm:pt>
    <dgm:pt modelId="{32F6C3A2-D2E3-474B-9F31-1795B5F552A2}" type="pres">
      <dgm:prSet presAssocID="{16B71092-B299-46FF-A11F-98B371755E51}" presName="connectorText" presStyleLbl="sibTrans1D1" presStyleIdx="3" presStyleCnt="13"/>
      <dgm:spPr/>
    </dgm:pt>
    <dgm:pt modelId="{B96CC7B2-6E22-423C-B31A-212C04BDEFA7}" type="pres">
      <dgm:prSet presAssocID="{F60AE72F-61B5-405F-80EC-1401E84FD74C}" presName="node" presStyleLbl="node1" presStyleIdx="4" presStyleCnt="14">
        <dgm:presLayoutVars>
          <dgm:bulletEnabled val="1"/>
        </dgm:presLayoutVars>
      </dgm:prSet>
      <dgm:spPr/>
    </dgm:pt>
    <dgm:pt modelId="{222C49B6-4DCB-478C-BF7E-930344BF5AC5}" type="pres">
      <dgm:prSet presAssocID="{80C9A454-BD0E-4051-8413-AEC5C1D584E2}" presName="sibTrans" presStyleLbl="sibTrans1D1" presStyleIdx="4" presStyleCnt="13"/>
      <dgm:spPr/>
    </dgm:pt>
    <dgm:pt modelId="{B93CEADE-2427-49F6-A46C-35341AB28F23}" type="pres">
      <dgm:prSet presAssocID="{80C9A454-BD0E-4051-8413-AEC5C1D584E2}" presName="connectorText" presStyleLbl="sibTrans1D1" presStyleIdx="4" presStyleCnt="13"/>
      <dgm:spPr/>
    </dgm:pt>
    <dgm:pt modelId="{18F3E283-E376-45AB-9874-A883D6CCC119}" type="pres">
      <dgm:prSet presAssocID="{27C99518-675D-4514-9A63-F55647A330B1}" presName="node" presStyleLbl="node1" presStyleIdx="5" presStyleCnt="14">
        <dgm:presLayoutVars>
          <dgm:bulletEnabled val="1"/>
        </dgm:presLayoutVars>
      </dgm:prSet>
      <dgm:spPr/>
    </dgm:pt>
    <dgm:pt modelId="{EC91926E-8761-4130-AF70-2D4B3DA898AB}" type="pres">
      <dgm:prSet presAssocID="{A7D2F1C2-6DBE-4A66-9667-9DDE65C47AED}" presName="sibTrans" presStyleLbl="sibTrans1D1" presStyleIdx="5" presStyleCnt="13"/>
      <dgm:spPr/>
    </dgm:pt>
    <dgm:pt modelId="{1DDBFA67-49D8-46D5-AF49-A05467F822F9}" type="pres">
      <dgm:prSet presAssocID="{A7D2F1C2-6DBE-4A66-9667-9DDE65C47AED}" presName="connectorText" presStyleLbl="sibTrans1D1" presStyleIdx="5" presStyleCnt="13"/>
      <dgm:spPr/>
    </dgm:pt>
    <dgm:pt modelId="{0D1A1239-D09E-45FD-ACE4-94BF3B6BCD0A}" type="pres">
      <dgm:prSet presAssocID="{453888A5-F195-48AA-87DA-6E89D43F7EE9}" presName="node" presStyleLbl="node1" presStyleIdx="6" presStyleCnt="14">
        <dgm:presLayoutVars>
          <dgm:bulletEnabled val="1"/>
        </dgm:presLayoutVars>
      </dgm:prSet>
      <dgm:spPr/>
    </dgm:pt>
    <dgm:pt modelId="{0AE18C68-6133-42B7-BA2D-6D2EA6F32F69}" type="pres">
      <dgm:prSet presAssocID="{953A23F9-1F59-432C-81FC-C59927511C4B}" presName="sibTrans" presStyleLbl="sibTrans1D1" presStyleIdx="6" presStyleCnt="13"/>
      <dgm:spPr/>
    </dgm:pt>
    <dgm:pt modelId="{220923BA-2D09-44F4-9381-F20E22447091}" type="pres">
      <dgm:prSet presAssocID="{953A23F9-1F59-432C-81FC-C59927511C4B}" presName="connectorText" presStyleLbl="sibTrans1D1" presStyleIdx="6" presStyleCnt="13"/>
      <dgm:spPr/>
    </dgm:pt>
    <dgm:pt modelId="{F2DA331C-350F-4A9A-9AB7-4BC15C9BD754}" type="pres">
      <dgm:prSet presAssocID="{7A9EA1AE-83AD-478A-AF6D-BA703138A6DB}" presName="node" presStyleLbl="node1" presStyleIdx="7" presStyleCnt="14">
        <dgm:presLayoutVars>
          <dgm:bulletEnabled val="1"/>
        </dgm:presLayoutVars>
      </dgm:prSet>
      <dgm:spPr/>
    </dgm:pt>
    <dgm:pt modelId="{44E12E69-C243-4969-8BD8-70B4A1384353}" type="pres">
      <dgm:prSet presAssocID="{D057AB60-0266-4174-89C5-F85485D3CFA8}" presName="sibTrans" presStyleLbl="sibTrans1D1" presStyleIdx="7" presStyleCnt="13"/>
      <dgm:spPr/>
    </dgm:pt>
    <dgm:pt modelId="{23748B15-1150-467B-86F0-4B66BA62360F}" type="pres">
      <dgm:prSet presAssocID="{D057AB60-0266-4174-89C5-F85485D3CFA8}" presName="connectorText" presStyleLbl="sibTrans1D1" presStyleIdx="7" presStyleCnt="13"/>
      <dgm:spPr/>
    </dgm:pt>
    <dgm:pt modelId="{94A06BDF-B02B-436D-9B9D-4DE8F5EE9249}" type="pres">
      <dgm:prSet presAssocID="{ADF23100-B093-4A8A-B0C1-CE341AC09E0F}" presName="node" presStyleLbl="node1" presStyleIdx="8" presStyleCnt="14">
        <dgm:presLayoutVars>
          <dgm:bulletEnabled val="1"/>
        </dgm:presLayoutVars>
      </dgm:prSet>
      <dgm:spPr/>
    </dgm:pt>
    <dgm:pt modelId="{A3315F00-0801-4475-921D-9BE301F9C098}" type="pres">
      <dgm:prSet presAssocID="{CBE4A808-665F-4BC5-BA65-F5685BE75894}" presName="sibTrans" presStyleLbl="sibTrans1D1" presStyleIdx="8" presStyleCnt="13"/>
      <dgm:spPr/>
    </dgm:pt>
    <dgm:pt modelId="{342BB9AE-8D54-44A7-931D-D83374710C23}" type="pres">
      <dgm:prSet presAssocID="{CBE4A808-665F-4BC5-BA65-F5685BE75894}" presName="connectorText" presStyleLbl="sibTrans1D1" presStyleIdx="8" presStyleCnt="13"/>
      <dgm:spPr/>
    </dgm:pt>
    <dgm:pt modelId="{180878C6-0F02-4F1D-9CF5-449839742E74}" type="pres">
      <dgm:prSet presAssocID="{3A67B759-926F-4E8C-96F3-5A1FE2546F18}" presName="node" presStyleLbl="node1" presStyleIdx="9" presStyleCnt="14">
        <dgm:presLayoutVars>
          <dgm:bulletEnabled val="1"/>
        </dgm:presLayoutVars>
      </dgm:prSet>
      <dgm:spPr/>
    </dgm:pt>
    <dgm:pt modelId="{BBA3BBC9-D043-44C7-9754-DFB1EA9489BD}" type="pres">
      <dgm:prSet presAssocID="{8830A473-3D31-40BE-A602-1F5715F3375D}" presName="sibTrans" presStyleLbl="sibTrans1D1" presStyleIdx="9" presStyleCnt="13"/>
      <dgm:spPr/>
    </dgm:pt>
    <dgm:pt modelId="{02E2E2A0-2C9A-49A1-B6EB-CBDB0967339B}" type="pres">
      <dgm:prSet presAssocID="{8830A473-3D31-40BE-A602-1F5715F3375D}" presName="connectorText" presStyleLbl="sibTrans1D1" presStyleIdx="9" presStyleCnt="13"/>
      <dgm:spPr/>
    </dgm:pt>
    <dgm:pt modelId="{2F44F4DA-F186-4F2C-899B-071F1E1AA52D}" type="pres">
      <dgm:prSet presAssocID="{E09A5820-FFF6-48E7-B6F4-F2701D577F84}" presName="node" presStyleLbl="node1" presStyleIdx="10" presStyleCnt="14">
        <dgm:presLayoutVars>
          <dgm:bulletEnabled val="1"/>
        </dgm:presLayoutVars>
      </dgm:prSet>
      <dgm:spPr/>
    </dgm:pt>
    <dgm:pt modelId="{03BBBB56-8793-4308-B65D-92FC56CD8DEC}" type="pres">
      <dgm:prSet presAssocID="{932F4B74-DDF7-4FE5-AEB2-11B7ECC24BE3}" presName="sibTrans" presStyleLbl="sibTrans1D1" presStyleIdx="10" presStyleCnt="13"/>
      <dgm:spPr/>
    </dgm:pt>
    <dgm:pt modelId="{D02977BB-170D-4A8A-99DE-4D821DEC7B79}" type="pres">
      <dgm:prSet presAssocID="{932F4B74-DDF7-4FE5-AEB2-11B7ECC24BE3}" presName="connectorText" presStyleLbl="sibTrans1D1" presStyleIdx="10" presStyleCnt="13"/>
      <dgm:spPr/>
    </dgm:pt>
    <dgm:pt modelId="{E86D9F09-8738-4DC4-8D5E-0FEDB4C00550}" type="pres">
      <dgm:prSet presAssocID="{C426A40D-DDB3-4BC3-9934-C24A24074A7E}" presName="node" presStyleLbl="node1" presStyleIdx="11" presStyleCnt="14">
        <dgm:presLayoutVars>
          <dgm:bulletEnabled val="1"/>
        </dgm:presLayoutVars>
      </dgm:prSet>
      <dgm:spPr/>
    </dgm:pt>
    <dgm:pt modelId="{02089217-AE05-42CC-9F14-49F88CED0D4E}" type="pres">
      <dgm:prSet presAssocID="{2E0FBF2B-E427-4A49-8EC7-523DB4C73F28}" presName="sibTrans" presStyleLbl="sibTrans1D1" presStyleIdx="11" presStyleCnt="13"/>
      <dgm:spPr/>
    </dgm:pt>
    <dgm:pt modelId="{F56E730F-3C02-4374-A1DC-5572239B405B}" type="pres">
      <dgm:prSet presAssocID="{2E0FBF2B-E427-4A49-8EC7-523DB4C73F28}" presName="connectorText" presStyleLbl="sibTrans1D1" presStyleIdx="11" presStyleCnt="13"/>
      <dgm:spPr/>
    </dgm:pt>
    <dgm:pt modelId="{A5046637-614A-4749-A0FB-7CA373D02470}" type="pres">
      <dgm:prSet presAssocID="{EC122AC2-DC6D-42B5-8275-B72D232C7C1E}" presName="node" presStyleLbl="node1" presStyleIdx="12" presStyleCnt="14">
        <dgm:presLayoutVars>
          <dgm:bulletEnabled val="1"/>
        </dgm:presLayoutVars>
      </dgm:prSet>
      <dgm:spPr/>
    </dgm:pt>
    <dgm:pt modelId="{86D9FCF3-3A0B-4D6C-BA48-EE30FA91AA1D}" type="pres">
      <dgm:prSet presAssocID="{AD005C67-C8AC-4EFB-B4D2-9A9A14770D54}" presName="sibTrans" presStyleLbl="sibTrans1D1" presStyleIdx="12" presStyleCnt="13"/>
      <dgm:spPr/>
    </dgm:pt>
    <dgm:pt modelId="{E8BE6838-C32D-4924-8E3D-C66360B9AB80}" type="pres">
      <dgm:prSet presAssocID="{AD005C67-C8AC-4EFB-B4D2-9A9A14770D54}" presName="connectorText" presStyleLbl="sibTrans1D1" presStyleIdx="12" presStyleCnt="13"/>
      <dgm:spPr/>
    </dgm:pt>
    <dgm:pt modelId="{ABEA48C5-DD71-422C-B503-CC895DDF1D5E}" type="pres">
      <dgm:prSet presAssocID="{8B16550D-25DA-4C66-8DD3-8E8483279D08}" presName="node" presStyleLbl="node1" presStyleIdx="13" presStyleCnt="14">
        <dgm:presLayoutVars>
          <dgm:bulletEnabled val="1"/>
        </dgm:presLayoutVars>
      </dgm:prSet>
      <dgm:spPr/>
    </dgm:pt>
  </dgm:ptLst>
  <dgm:cxnLst>
    <dgm:cxn modelId="{FB8C8E06-0A47-40BB-A746-3756AA1E7406}" type="presOf" srcId="{932F4B74-DDF7-4FE5-AEB2-11B7ECC24BE3}" destId="{03BBBB56-8793-4308-B65D-92FC56CD8DEC}" srcOrd="0" destOrd="0" presId="urn:microsoft.com/office/officeart/2016/7/layout/RepeatingBendingProcessNew"/>
    <dgm:cxn modelId="{97A6E022-790E-4DC5-8034-092996C62374}" type="presOf" srcId="{AD005C67-C8AC-4EFB-B4D2-9A9A14770D54}" destId="{86D9FCF3-3A0B-4D6C-BA48-EE30FA91AA1D}" srcOrd="0" destOrd="0" presId="urn:microsoft.com/office/officeart/2016/7/layout/RepeatingBendingProcessNew"/>
    <dgm:cxn modelId="{DA587927-9B06-4042-8B69-2A636B7D6CF4}" type="presOf" srcId="{C8EB1688-B47D-4BD4-9E9C-A647A0429730}" destId="{983B44F2-A425-4CDD-AA4D-26CED5327BCF}" srcOrd="0" destOrd="0" presId="urn:microsoft.com/office/officeart/2016/7/layout/RepeatingBendingProcessNew"/>
    <dgm:cxn modelId="{91381028-8709-48A0-B061-F6185818198E}" type="presOf" srcId="{2E0FBF2B-E427-4A49-8EC7-523DB4C73F28}" destId="{F56E730F-3C02-4374-A1DC-5572239B405B}" srcOrd="1" destOrd="0" presId="urn:microsoft.com/office/officeart/2016/7/layout/RepeatingBendingProcessNew"/>
    <dgm:cxn modelId="{F0B96228-2B2F-41A4-A7E1-4D61B7DCD0F6}" type="presOf" srcId="{315E3D21-5B31-4098-B661-1FA963810100}" destId="{FECE2E97-48AB-4107-9811-C49B928A7257}" srcOrd="0" destOrd="0" presId="urn:microsoft.com/office/officeart/2016/7/layout/RepeatingBendingProcessNew"/>
    <dgm:cxn modelId="{9B265D2A-CE05-438E-971D-4A2180170D3B}" type="presOf" srcId="{370BF909-E90C-413F-9475-9EA59FC2528C}" destId="{7B5FA8C8-AB77-4FA2-A303-AC1FCA6CF801}" srcOrd="1" destOrd="0" presId="urn:microsoft.com/office/officeart/2016/7/layout/RepeatingBendingProcessNew"/>
    <dgm:cxn modelId="{20FC932A-69D7-4BC0-8280-98760BC62B0A}" type="presOf" srcId="{953A23F9-1F59-432C-81FC-C59927511C4B}" destId="{220923BA-2D09-44F4-9381-F20E22447091}" srcOrd="1" destOrd="0" presId="urn:microsoft.com/office/officeart/2016/7/layout/RepeatingBendingProcessNew"/>
    <dgm:cxn modelId="{DAA5982C-240E-4D10-B2AB-8164519C5392}" type="presOf" srcId="{28414488-0EA8-4EE9-B388-62F847B28FEC}" destId="{4E2E3AB3-9733-4BA8-BF52-E299392E47D4}" srcOrd="0" destOrd="0" presId="urn:microsoft.com/office/officeart/2016/7/layout/RepeatingBendingProcessNew"/>
    <dgm:cxn modelId="{20169D2C-06BF-4022-9B0F-06971A338E3D}" type="presOf" srcId="{8830A473-3D31-40BE-A602-1F5715F3375D}" destId="{BBA3BBC9-D043-44C7-9754-DFB1EA9489BD}" srcOrd="0" destOrd="0" presId="urn:microsoft.com/office/officeart/2016/7/layout/RepeatingBendingProcessNew"/>
    <dgm:cxn modelId="{06E4462F-1C3F-45B4-B6AA-14557BEBDF18}" srcId="{315E3D21-5B31-4098-B661-1FA963810100}" destId="{C8EB1688-B47D-4BD4-9E9C-A647A0429730}" srcOrd="2" destOrd="0" parTransId="{7C749D8F-D8F9-4BD6-8137-8C666A8CD5C3}" sibTransId="{28414488-0EA8-4EE9-B388-62F847B28FEC}"/>
    <dgm:cxn modelId="{4E48DE30-DAC0-47A4-9CDD-44BF7E2FFBDB}" srcId="{315E3D21-5B31-4098-B661-1FA963810100}" destId="{3A67B759-926F-4E8C-96F3-5A1FE2546F18}" srcOrd="9" destOrd="0" parTransId="{143721E4-8AE8-4FFA-9DAE-6C02C46CC0D7}" sibTransId="{8830A473-3D31-40BE-A602-1F5715F3375D}"/>
    <dgm:cxn modelId="{F6064535-8B29-46FC-95C1-83255D761F07}" type="presOf" srcId="{16B71092-B299-46FF-A11F-98B371755E51}" destId="{32F6C3A2-D2E3-474B-9F31-1795B5F552A2}" srcOrd="1" destOrd="0" presId="urn:microsoft.com/office/officeart/2016/7/layout/RepeatingBendingProcessNew"/>
    <dgm:cxn modelId="{F4688D37-5FF9-45E2-BDDA-0B28DDC09086}" srcId="{315E3D21-5B31-4098-B661-1FA963810100}" destId="{F60AE72F-61B5-405F-80EC-1401E84FD74C}" srcOrd="4" destOrd="0" parTransId="{3500635E-E2F3-4248-A55E-F640454EAE82}" sibTransId="{80C9A454-BD0E-4051-8413-AEC5C1D584E2}"/>
    <dgm:cxn modelId="{75809D3A-0D5D-44C4-BA87-69F8A6C78512}" type="presOf" srcId="{ADF23100-B093-4A8A-B0C1-CE341AC09E0F}" destId="{94A06BDF-B02B-436D-9B9D-4DE8F5EE9249}" srcOrd="0" destOrd="0" presId="urn:microsoft.com/office/officeart/2016/7/layout/RepeatingBendingProcessNew"/>
    <dgm:cxn modelId="{2CC7833B-55A9-40C3-911C-A1381BA657E9}" type="presOf" srcId="{8830A473-3D31-40BE-A602-1F5715F3375D}" destId="{02E2E2A0-2C9A-49A1-B6EB-CBDB0967339B}" srcOrd="1" destOrd="0" presId="urn:microsoft.com/office/officeart/2016/7/layout/RepeatingBendingProcessNew"/>
    <dgm:cxn modelId="{5291483E-36CD-43E6-9C0C-7D0CF7AD038A}" srcId="{315E3D21-5B31-4098-B661-1FA963810100}" destId="{27C99518-675D-4514-9A63-F55647A330B1}" srcOrd="5" destOrd="0" parTransId="{3A6EC1C7-CF25-4A1D-B628-06D42A4535E8}" sibTransId="{A7D2F1C2-6DBE-4A66-9667-9DDE65C47AED}"/>
    <dgm:cxn modelId="{53BB9D40-D89D-426E-9086-ABD634328F0C}" type="presOf" srcId="{7A9EA1AE-83AD-478A-AF6D-BA703138A6DB}" destId="{F2DA331C-350F-4A9A-9AB7-4BC15C9BD754}" srcOrd="0" destOrd="0" presId="urn:microsoft.com/office/officeart/2016/7/layout/RepeatingBendingProcessNew"/>
    <dgm:cxn modelId="{D39A5D5B-595D-4E96-AD30-7B037104E8DA}" type="presOf" srcId="{C426A40D-DDB3-4BC3-9934-C24A24074A7E}" destId="{E86D9F09-8738-4DC4-8D5E-0FEDB4C00550}" srcOrd="0" destOrd="0" presId="urn:microsoft.com/office/officeart/2016/7/layout/RepeatingBendingProcessNew"/>
    <dgm:cxn modelId="{24E28D64-D938-45D0-81B1-93E7799AF006}" type="presOf" srcId="{DDD56A50-8F21-428B-A15B-F35C6CB529E7}" destId="{E60D2258-D8AC-449B-AE8F-ED8A167009CB}" srcOrd="0" destOrd="0" presId="urn:microsoft.com/office/officeart/2016/7/layout/RepeatingBendingProcessNew"/>
    <dgm:cxn modelId="{3F679D45-DB24-4238-84B6-E0F1781ADA85}" type="presOf" srcId="{2E0FBF2B-E427-4A49-8EC7-523DB4C73F28}" destId="{02089217-AE05-42CC-9F14-49F88CED0D4E}" srcOrd="0" destOrd="0" presId="urn:microsoft.com/office/officeart/2016/7/layout/RepeatingBendingProcessNew"/>
    <dgm:cxn modelId="{78AFAA68-7E7C-4FF0-A15A-523D334FC2AC}" srcId="{315E3D21-5B31-4098-B661-1FA963810100}" destId="{E09A5820-FFF6-48E7-B6F4-F2701D577F84}" srcOrd="10" destOrd="0" parTransId="{D18A362F-D2AE-4862-BFB7-F87C338088D7}" sibTransId="{932F4B74-DDF7-4FE5-AEB2-11B7ECC24BE3}"/>
    <dgm:cxn modelId="{3970F149-B383-4FA1-AE61-F4990C16CA0B}" type="presOf" srcId="{DDD56A50-8F21-428B-A15B-F35C6CB529E7}" destId="{A41C3E83-734C-4DC2-8392-68A54C1361CD}" srcOrd="1" destOrd="0" presId="urn:microsoft.com/office/officeart/2016/7/layout/RepeatingBendingProcessNew"/>
    <dgm:cxn modelId="{B63E0E6A-1D5F-47D2-9B0E-9C6C0F1000D4}" type="presOf" srcId="{80C9A454-BD0E-4051-8413-AEC5C1D584E2}" destId="{222C49B6-4DCB-478C-BF7E-930344BF5AC5}" srcOrd="0" destOrd="0" presId="urn:microsoft.com/office/officeart/2016/7/layout/RepeatingBendingProcessNew"/>
    <dgm:cxn modelId="{D672826B-E361-4543-8BFC-FE83886F96EA}" type="presOf" srcId="{D057AB60-0266-4174-89C5-F85485D3CFA8}" destId="{44E12E69-C243-4969-8BD8-70B4A1384353}" srcOrd="0" destOrd="0" presId="urn:microsoft.com/office/officeart/2016/7/layout/RepeatingBendingProcessNew"/>
    <dgm:cxn modelId="{A51A426C-1597-4375-97A0-71DD7CA3FB6F}" type="presOf" srcId="{9DC1C070-8D15-4B2A-A779-04C0A3233A1C}" destId="{2F44C663-5518-4D37-9DAD-FF3E42885781}" srcOrd="0" destOrd="0" presId="urn:microsoft.com/office/officeart/2016/7/layout/RepeatingBendingProcessNew"/>
    <dgm:cxn modelId="{5E5D1E4E-AF22-4AFD-BCB8-8B717BB1B023}" type="presOf" srcId="{621B5F62-9C4A-4E62-9927-308CA894C038}" destId="{14E14E78-BA60-4E0D-BEAF-9CF51B4B48C5}" srcOrd="0" destOrd="0" presId="urn:microsoft.com/office/officeart/2016/7/layout/RepeatingBendingProcessNew"/>
    <dgm:cxn modelId="{2D61FB6F-FDCF-4A20-96AE-47A278FBF197}" type="presOf" srcId="{27C99518-675D-4514-9A63-F55647A330B1}" destId="{18F3E283-E376-45AB-9874-A883D6CCC119}" srcOrd="0" destOrd="0" presId="urn:microsoft.com/office/officeart/2016/7/layout/RepeatingBendingProcessNew"/>
    <dgm:cxn modelId="{7A9FDB75-FF89-44B2-B160-1B416D756668}" type="presOf" srcId="{CBE4A808-665F-4BC5-BA65-F5685BE75894}" destId="{342BB9AE-8D54-44A7-931D-D83374710C23}" srcOrd="1" destOrd="0" presId="urn:microsoft.com/office/officeart/2016/7/layout/RepeatingBendingProcessNew"/>
    <dgm:cxn modelId="{F6154656-792F-439E-A6F7-A911BF38203A}" type="presOf" srcId="{3A67B759-926F-4E8C-96F3-5A1FE2546F18}" destId="{180878C6-0F02-4F1D-9CF5-449839742E74}" srcOrd="0" destOrd="0" presId="urn:microsoft.com/office/officeart/2016/7/layout/RepeatingBendingProcessNew"/>
    <dgm:cxn modelId="{03C11577-51F4-4345-B016-22E17F8EFCEA}" srcId="{315E3D21-5B31-4098-B661-1FA963810100}" destId="{453888A5-F195-48AA-87DA-6E89D43F7EE9}" srcOrd="6" destOrd="0" parTransId="{BF6E34D5-E468-48D2-BE4B-5B23B00C73DD}" sibTransId="{953A23F9-1F59-432C-81FC-C59927511C4B}"/>
    <dgm:cxn modelId="{6232A579-AC66-4715-890B-49406A64931A}" type="presOf" srcId="{F60AE72F-61B5-405F-80EC-1401E84FD74C}" destId="{B96CC7B2-6E22-423C-B31A-212C04BDEFA7}" srcOrd="0" destOrd="0" presId="urn:microsoft.com/office/officeart/2016/7/layout/RepeatingBendingProcessNew"/>
    <dgm:cxn modelId="{039B165A-78B9-4D39-BEF8-4CDD870D85AF}" type="presOf" srcId="{6A64AB9D-C681-49E1-BF2D-2944F4D4F547}" destId="{F14DAA9D-3023-4D93-BB8B-20B6A19CA790}" srcOrd="0" destOrd="0" presId="urn:microsoft.com/office/officeart/2016/7/layout/RepeatingBendingProcessNew"/>
    <dgm:cxn modelId="{239B6B81-FEDD-4FB2-BBBA-D660B9723F35}" srcId="{315E3D21-5B31-4098-B661-1FA963810100}" destId="{EC122AC2-DC6D-42B5-8275-B72D232C7C1E}" srcOrd="12" destOrd="0" parTransId="{69BE5F57-3E46-4FF4-8C24-FB872204DABF}" sibTransId="{AD005C67-C8AC-4EFB-B4D2-9A9A14770D54}"/>
    <dgm:cxn modelId="{967CB986-C61C-4726-B2B6-2DA954339BC6}" type="presOf" srcId="{932F4B74-DDF7-4FE5-AEB2-11B7ECC24BE3}" destId="{D02977BB-170D-4A8A-99DE-4D821DEC7B79}" srcOrd="1" destOrd="0" presId="urn:microsoft.com/office/officeart/2016/7/layout/RepeatingBendingProcessNew"/>
    <dgm:cxn modelId="{DEA2978E-C875-415E-8729-2EC0D64CF0BD}" srcId="{315E3D21-5B31-4098-B661-1FA963810100}" destId="{9DC1C070-8D15-4B2A-A779-04C0A3233A1C}" srcOrd="0" destOrd="0" parTransId="{DE5E555C-1A96-4A56-B5C1-1B7038EE64B0}" sibTransId="{370BF909-E90C-413F-9475-9EA59FC2528C}"/>
    <dgm:cxn modelId="{4FD75093-614C-49D2-BBA3-6E2653BE1B55}" type="presOf" srcId="{EC122AC2-DC6D-42B5-8275-B72D232C7C1E}" destId="{A5046637-614A-4749-A0FB-7CA373D02470}" srcOrd="0" destOrd="0" presId="urn:microsoft.com/office/officeart/2016/7/layout/RepeatingBendingProcessNew"/>
    <dgm:cxn modelId="{D4344595-2602-4CEB-82FF-9B16AB6F15A8}" type="presOf" srcId="{80C9A454-BD0E-4051-8413-AEC5C1D584E2}" destId="{B93CEADE-2427-49F6-A46C-35341AB28F23}" srcOrd="1" destOrd="0" presId="urn:microsoft.com/office/officeart/2016/7/layout/RepeatingBendingProcessNew"/>
    <dgm:cxn modelId="{D89E3D99-498B-4DDD-A29A-681ED9317A38}" type="presOf" srcId="{28414488-0EA8-4EE9-B388-62F847B28FEC}" destId="{A6537E32-C1A3-40B5-BA46-8B28E34C675E}" srcOrd="1" destOrd="0" presId="urn:microsoft.com/office/officeart/2016/7/layout/RepeatingBendingProcessNew"/>
    <dgm:cxn modelId="{C5F0ECA3-1FAA-4B5F-9574-63068FAFB9C7}" srcId="{315E3D21-5B31-4098-B661-1FA963810100}" destId="{ADF23100-B093-4A8A-B0C1-CE341AC09E0F}" srcOrd="8" destOrd="0" parTransId="{98D1ECD3-34E3-4F8E-BF10-CEB7D47296B9}" sibTransId="{CBE4A808-665F-4BC5-BA65-F5685BE75894}"/>
    <dgm:cxn modelId="{33300EA8-8CDF-4EA2-A8DD-18472A2F11CD}" type="presOf" srcId="{E09A5820-FFF6-48E7-B6F4-F2701D577F84}" destId="{2F44F4DA-F186-4F2C-899B-071F1E1AA52D}" srcOrd="0" destOrd="0" presId="urn:microsoft.com/office/officeart/2016/7/layout/RepeatingBendingProcessNew"/>
    <dgm:cxn modelId="{F131BBB0-9114-4AE9-BEA6-AA7D194F97ED}" type="presOf" srcId="{AD005C67-C8AC-4EFB-B4D2-9A9A14770D54}" destId="{E8BE6838-C32D-4924-8E3D-C66360B9AB80}" srcOrd="1" destOrd="0" presId="urn:microsoft.com/office/officeart/2016/7/layout/RepeatingBendingProcessNew"/>
    <dgm:cxn modelId="{B48BC5B7-4106-4011-BD45-605D5FEC626E}" type="presOf" srcId="{A7D2F1C2-6DBE-4A66-9667-9DDE65C47AED}" destId="{EC91926E-8761-4130-AF70-2D4B3DA898AB}" srcOrd="0" destOrd="0" presId="urn:microsoft.com/office/officeart/2016/7/layout/RepeatingBendingProcessNew"/>
    <dgm:cxn modelId="{B05FC8B7-E18A-401D-841B-EE0267BA55EC}" type="presOf" srcId="{953A23F9-1F59-432C-81FC-C59927511C4B}" destId="{0AE18C68-6133-42B7-BA2D-6D2EA6F32F69}" srcOrd="0" destOrd="0" presId="urn:microsoft.com/office/officeart/2016/7/layout/RepeatingBendingProcessNew"/>
    <dgm:cxn modelId="{FAAFD0BC-65E8-42E5-9531-21037A156FB2}" type="presOf" srcId="{A7D2F1C2-6DBE-4A66-9667-9DDE65C47AED}" destId="{1DDBFA67-49D8-46D5-AF49-A05467F822F9}" srcOrd="1" destOrd="0" presId="urn:microsoft.com/office/officeart/2016/7/layout/RepeatingBendingProcessNew"/>
    <dgm:cxn modelId="{49A1C6BD-F4E6-4323-B9A0-96EA14B9044D}" srcId="{315E3D21-5B31-4098-B661-1FA963810100}" destId="{621B5F62-9C4A-4E62-9927-308CA894C038}" srcOrd="1" destOrd="0" parTransId="{D82C563A-3B8B-40FF-B1C6-41D8825BC428}" sibTransId="{DDD56A50-8F21-428B-A15B-F35C6CB529E7}"/>
    <dgm:cxn modelId="{CD035EC3-B0FD-449E-9746-E2DF897617C2}" type="presOf" srcId="{16B71092-B299-46FF-A11F-98B371755E51}" destId="{8B26569A-D2B3-4354-99BB-27AF70BF0107}" srcOrd="0" destOrd="0" presId="urn:microsoft.com/office/officeart/2016/7/layout/RepeatingBendingProcessNew"/>
    <dgm:cxn modelId="{1EE509C5-8FC9-4D97-ACFA-E1374107D083}" srcId="{315E3D21-5B31-4098-B661-1FA963810100}" destId="{8B16550D-25DA-4C66-8DD3-8E8483279D08}" srcOrd="13" destOrd="0" parTransId="{DD522FA9-3946-4C66-9906-2BCF36A62364}" sibTransId="{F8740B13-C02F-470D-859C-4EE816C80D08}"/>
    <dgm:cxn modelId="{63276FCC-C625-47FC-9974-1A27F110F106}" type="presOf" srcId="{CBE4A808-665F-4BC5-BA65-F5685BE75894}" destId="{A3315F00-0801-4475-921D-9BE301F9C098}" srcOrd="0" destOrd="0" presId="urn:microsoft.com/office/officeart/2016/7/layout/RepeatingBendingProcessNew"/>
    <dgm:cxn modelId="{2331D2CF-7D6C-43B7-BE37-14F2D3F186A6}" type="presOf" srcId="{453888A5-F195-48AA-87DA-6E89D43F7EE9}" destId="{0D1A1239-D09E-45FD-ACE4-94BF3B6BCD0A}" srcOrd="0" destOrd="0" presId="urn:microsoft.com/office/officeart/2016/7/layout/RepeatingBendingProcessNew"/>
    <dgm:cxn modelId="{70675ED1-F07B-4CD9-906C-C894A30BF52C}" srcId="{315E3D21-5B31-4098-B661-1FA963810100}" destId="{6A64AB9D-C681-49E1-BF2D-2944F4D4F547}" srcOrd="3" destOrd="0" parTransId="{F5D56A5F-4721-4011-9E16-BC7EFA8CFB70}" sibTransId="{16B71092-B299-46FF-A11F-98B371755E51}"/>
    <dgm:cxn modelId="{403208D4-315E-44D6-8162-622492543E56}" srcId="{315E3D21-5B31-4098-B661-1FA963810100}" destId="{C426A40D-DDB3-4BC3-9934-C24A24074A7E}" srcOrd="11" destOrd="0" parTransId="{1B05A644-079D-4D21-8E17-4831E945CFE5}" sibTransId="{2E0FBF2B-E427-4A49-8EC7-523DB4C73F28}"/>
    <dgm:cxn modelId="{5FBCF8D4-EB00-485E-A77D-CE80851E9CED}" type="presOf" srcId="{370BF909-E90C-413F-9475-9EA59FC2528C}" destId="{D3C232CF-B3DE-4EAA-A623-BEF67A8148C7}" srcOrd="0" destOrd="0" presId="urn:microsoft.com/office/officeart/2016/7/layout/RepeatingBendingProcessNew"/>
    <dgm:cxn modelId="{AC33ACD6-CB10-4C22-9707-9DDC72A0B409}" type="presOf" srcId="{D057AB60-0266-4174-89C5-F85485D3CFA8}" destId="{23748B15-1150-467B-86F0-4B66BA62360F}" srcOrd="1" destOrd="0" presId="urn:microsoft.com/office/officeart/2016/7/layout/RepeatingBendingProcessNew"/>
    <dgm:cxn modelId="{D2CB3CF8-F4A8-421C-A2DC-89A6DBD7C0B0}" srcId="{315E3D21-5B31-4098-B661-1FA963810100}" destId="{7A9EA1AE-83AD-478A-AF6D-BA703138A6DB}" srcOrd="7" destOrd="0" parTransId="{1C46B103-1E54-4C11-9B9A-AF6BFD82F5C0}" sibTransId="{D057AB60-0266-4174-89C5-F85485D3CFA8}"/>
    <dgm:cxn modelId="{409DE2FC-CBAD-4985-93AE-133AC14655F8}" type="presOf" srcId="{8B16550D-25DA-4C66-8DD3-8E8483279D08}" destId="{ABEA48C5-DD71-422C-B503-CC895DDF1D5E}" srcOrd="0" destOrd="0" presId="urn:microsoft.com/office/officeart/2016/7/layout/RepeatingBendingProcessNew"/>
    <dgm:cxn modelId="{79A43A8D-21DD-4A89-ACED-7FD294ADB646}" type="presParOf" srcId="{FECE2E97-48AB-4107-9811-C49B928A7257}" destId="{2F44C663-5518-4D37-9DAD-FF3E42885781}" srcOrd="0" destOrd="0" presId="urn:microsoft.com/office/officeart/2016/7/layout/RepeatingBendingProcessNew"/>
    <dgm:cxn modelId="{941F24CD-B7D6-46A2-816F-3356CED96742}" type="presParOf" srcId="{FECE2E97-48AB-4107-9811-C49B928A7257}" destId="{D3C232CF-B3DE-4EAA-A623-BEF67A8148C7}" srcOrd="1" destOrd="0" presId="urn:microsoft.com/office/officeart/2016/7/layout/RepeatingBendingProcessNew"/>
    <dgm:cxn modelId="{A0980E1F-89F7-46B3-AF44-AFED5DB07F1A}" type="presParOf" srcId="{D3C232CF-B3DE-4EAA-A623-BEF67A8148C7}" destId="{7B5FA8C8-AB77-4FA2-A303-AC1FCA6CF801}" srcOrd="0" destOrd="0" presId="urn:microsoft.com/office/officeart/2016/7/layout/RepeatingBendingProcessNew"/>
    <dgm:cxn modelId="{FF98A071-AFA9-4EBE-9938-B985376825EE}" type="presParOf" srcId="{FECE2E97-48AB-4107-9811-C49B928A7257}" destId="{14E14E78-BA60-4E0D-BEAF-9CF51B4B48C5}" srcOrd="2" destOrd="0" presId="urn:microsoft.com/office/officeart/2016/7/layout/RepeatingBendingProcessNew"/>
    <dgm:cxn modelId="{2BBC13EF-A1BB-4650-B740-E4DD1ABD501C}" type="presParOf" srcId="{FECE2E97-48AB-4107-9811-C49B928A7257}" destId="{E60D2258-D8AC-449B-AE8F-ED8A167009CB}" srcOrd="3" destOrd="0" presId="urn:microsoft.com/office/officeart/2016/7/layout/RepeatingBendingProcessNew"/>
    <dgm:cxn modelId="{A418CB89-382B-407F-B29B-935153D98463}" type="presParOf" srcId="{E60D2258-D8AC-449B-AE8F-ED8A167009CB}" destId="{A41C3E83-734C-4DC2-8392-68A54C1361CD}" srcOrd="0" destOrd="0" presId="urn:microsoft.com/office/officeart/2016/7/layout/RepeatingBendingProcessNew"/>
    <dgm:cxn modelId="{68F4AC3D-B0EA-4125-B2D6-F785BDBA1CB3}" type="presParOf" srcId="{FECE2E97-48AB-4107-9811-C49B928A7257}" destId="{983B44F2-A425-4CDD-AA4D-26CED5327BCF}" srcOrd="4" destOrd="0" presId="urn:microsoft.com/office/officeart/2016/7/layout/RepeatingBendingProcessNew"/>
    <dgm:cxn modelId="{3A807823-4F35-45E1-99B4-273510B12505}" type="presParOf" srcId="{FECE2E97-48AB-4107-9811-C49B928A7257}" destId="{4E2E3AB3-9733-4BA8-BF52-E299392E47D4}" srcOrd="5" destOrd="0" presId="urn:microsoft.com/office/officeart/2016/7/layout/RepeatingBendingProcessNew"/>
    <dgm:cxn modelId="{89A7ABFB-9314-446D-9DED-554F4DC75468}" type="presParOf" srcId="{4E2E3AB3-9733-4BA8-BF52-E299392E47D4}" destId="{A6537E32-C1A3-40B5-BA46-8B28E34C675E}" srcOrd="0" destOrd="0" presId="urn:microsoft.com/office/officeart/2016/7/layout/RepeatingBendingProcessNew"/>
    <dgm:cxn modelId="{6661802C-B363-4BB5-B55F-528C28D5A816}" type="presParOf" srcId="{FECE2E97-48AB-4107-9811-C49B928A7257}" destId="{F14DAA9D-3023-4D93-BB8B-20B6A19CA790}" srcOrd="6" destOrd="0" presId="urn:microsoft.com/office/officeart/2016/7/layout/RepeatingBendingProcessNew"/>
    <dgm:cxn modelId="{83FFD3C3-25B8-4EDB-9D04-D4E0F9D8B454}" type="presParOf" srcId="{FECE2E97-48AB-4107-9811-C49B928A7257}" destId="{8B26569A-D2B3-4354-99BB-27AF70BF0107}" srcOrd="7" destOrd="0" presId="urn:microsoft.com/office/officeart/2016/7/layout/RepeatingBendingProcessNew"/>
    <dgm:cxn modelId="{7CF570F5-9991-44CA-B932-5CA51C7EA35F}" type="presParOf" srcId="{8B26569A-D2B3-4354-99BB-27AF70BF0107}" destId="{32F6C3A2-D2E3-474B-9F31-1795B5F552A2}" srcOrd="0" destOrd="0" presId="urn:microsoft.com/office/officeart/2016/7/layout/RepeatingBendingProcessNew"/>
    <dgm:cxn modelId="{74BBFE87-69C6-434E-BC63-989CB7032265}" type="presParOf" srcId="{FECE2E97-48AB-4107-9811-C49B928A7257}" destId="{B96CC7B2-6E22-423C-B31A-212C04BDEFA7}" srcOrd="8" destOrd="0" presId="urn:microsoft.com/office/officeart/2016/7/layout/RepeatingBendingProcessNew"/>
    <dgm:cxn modelId="{5FC2E002-00F6-4244-9AA2-083784EF0472}" type="presParOf" srcId="{FECE2E97-48AB-4107-9811-C49B928A7257}" destId="{222C49B6-4DCB-478C-BF7E-930344BF5AC5}" srcOrd="9" destOrd="0" presId="urn:microsoft.com/office/officeart/2016/7/layout/RepeatingBendingProcessNew"/>
    <dgm:cxn modelId="{08AB60E3-81A9-4A08-89E3-79B861F775E4}" type="presParOf" srcId="{222C49B6-4DCB-478C-BF7E-930344BF5AC5}" destId="{B93CEADE-2427-49F6-A46C-35341AB28F23}" srcOrd="0" destOrd="0" presId="urn:microsoft.com/office/officeart/2016/7/layout/RepeatingBendingProcessNew"/>
    <dgm:cxn modelId="{6C7AED6B-7146-413C-A673-EF22099BB8AE}" type="presParOf" srcId="{FECE2E97-48AB-4107-9811-C49B928A7257}" destId="{18F3E283-E376-45AB-9874-A883D6CCC119}" srcOrd="10" destOrd="0" presId="urn:microsoft.com/office/officeart/2016/7/layout/RepeatingBendingProcessNew"/>
    <dgm:cxn modelId="{0C72D4A8-212A-43FC-A746-834A934E96AC}" type="presParOf" srcId="{FECE2E97-48AB-4107-9811-C49B928A7257}" destId="{EC91926E-8761-4130-AF70-2D4B3DA898AB}" srcOrd="11" destOrd="0" presId="urn:microsoft.com/office/officeart/2016/7/layout/RepeatingBendingProcessNew"/>
    <dgm:cxn modelId="{134F4C6F-833A-405C-B3D7-38CA96E2C451}" type="presParOf" srcId="{EC91926E-8761-4130-AF70-2D4B3DA898AB}" destId="{1DDBFA67-49D8-46D5-AF49-A05467F822F9}" srcOrd="0" destOrd="0" presId="urn:microsoft.com/office/officeart/2016/7/layout/RepeatingBendingProcessNew"/>
    <dgm:cxn modelId="{BB7AD971-5B82-460D-B01A-6CF4A126F32F}" type="presParOf" srcId="{FECE2E97-48AB-4107-9811-C49B928A7257}" destId="{0D1A1239-D09E-45FD-ACE4-94BF3B6BCD0A}" srcOrd="12" destOrd="0" presId="urn:microsoft.com/office/officeart/2016/7/layout/RepeatingBendingProcessNew"/>
    <dgm:cxn modelId="{0C547A1B-8B48-4695-8C2E-21D4B1A6ACF5}" type="presParOf" srcId="{FECE2E97-48AB-4107-9811-C49B928A7257}" destId="{0AE18C68-6133-42B7-BA2D-6D2EA6F32F69}" srcOrd="13" destOrd="0" presId="urn:microsoft.com/office/officeart/2016/7/layout/RepeatingBendingProcessNew"/>
    <dgm:cxn modelId="{BA0E56C6-8AD3-403F-81A2-7F6BB27165DC}" type="presParOf" srcId="{0AE18C68-6133-42B7-BA2D-6D2EA6F32F69}" destId="{220923BA-2D09-44F4-9381-F20E22447091}" srcOrd="0" destOrd="0" presId="urn:microsoft.com/office/officeart/2016/7/layout/RepeatingBendingProcessNew"/>
    <dgm:cxn modelId="{1629CB99-6945-4989-BEA6-1677A548C24A}" type="presParOf" srcId="{FECE2E97-48AB-4107-9811-C49B928A7257}" destId="{F2DA331C-350F-4A9A-9AB7-4BC15C9BD754}" srcOrd="14" destOrd="0" presId="urn:microsoft.com/office/officeart/2016/7/layout/RepeatingBendingProcessNew"/>
    <dgm:cxn modelId="{635C982E-7CA2-4E98-BE45-C251183C73F1}" type="presParOf" srcId="{FECE2E97-48AB-4107-9811-C49B928A7257}" destId="{44E12E69-C243-4969-8BD8-70B4A1384353}" srcOrd="15" destOrd="0" presId="urn:microsoft.com/office/officeart/2016/7/layout/RepeatingBendingProcessNew"/>
    <dgm:cxn modelId="{DD8FFBA4-F3E4-4A47-BE1D-9FB73FFA0984}" type="presParOf" srcId="{44E12E69-C243-4969-8BD8-70B4A1384353}" destId="{23748B15-1150-467B-86F0-4B66BA62360F}" srcOrd="0" destOrd="0" presId="urn:microsoft.com/office/officeart/2016/7/layout/RepeatingBendingProcessNew"/>
    <dgm:cxn modelId="{CC8C2C76-BBAC-498A-A340-52249783EA35}" type="presParOf" srcId="{FECE2E97-48AB-4107-9811-C49B928A7257}" destId="{94A06BDF-B02B-436D-9B9D-4DE8F5EE9249}" srcOrd="16" destOrd="0" presId="urn:microsoft.com/office/officeart/2016/7/layout/RepeatingBendingProcessNew"/>
    <dgm:cxn modelId="{6F4723F7-8794-4190-98CB-9377F851180F}" type="presParOf" srcId="{FECE2E97-48AB-4107-9811-C49B928A7257}" destId="{A3315F00-0801-4475-921D-9BE301F9C098}" srcOrd="17" destOrd="0" presId="urn:microsoft.com/office/officeart/2016/7/layout/RepeatingBendingProcessNew"/>
    <dgm:cxn modelId="{2D5043CD-8105-41EF-8F78-5D258ADB33AE}" type="presParOf" srcId="{A3315F00-0801-4475-921D-9BE301F9C098}" destId="{342BB9AE-8D54-44A7-931D-D83374710C23}" srcOrd="0" destOrd="0" presId="urn:microsoft.com/office/officeart/2016/7/layout/RepeatingBendingProcessNew"/>
    <dgm:cxn modelId="{D3A759FB-B2E2-4940-B735-68FDFB31B40E}" type="presParOf" srcId="{FECE2E97-48AB-4107-9811-C49B928A7257}" destId="{180878C6-0F02-4F1D-9CF5-449839742E74}" srcOrd="18" destOrd="0" presId="urn:microsoft.com/office/officeart/2016/7/layout/RepeatingBendingProcessNew"/>
    <dgm:cxn modelId="{99E5A63B-DEBF-4066-AA2D-A53E4E4BAE85}" type="presParOf" srcId="{FECE2E97-48AB-4107-9811-C49B928A7257}" destId="{BBA3BBC9-D043-44C7-9754-DFB1EA9489BD}" srcOrd="19" destOrd="0" presId="urn:microsoft.com/office/officeart/2016/7/layout/RepeatingBendingProcessNew"/>
    <dgm:cxn modelId="{50A0C616-290B-4E5B-A640-B6E1B54CBE65}" type="presParOf" srcId="{BBA3BBC9-D043-44C7-9754-DFB1EA9489BD}" destId="{02E2E2A0-2C9A-49A1-B6EB-CBDB0967339B}" srcOrd="0" destOrd="0" presId="urn:microsoft.com/office/officeart/2016/7/layout/RepeatingBendingProcessNew"/>
    <dgm:cxn modelId="{C8775EB6-AE1A-4EAD-B483-DF0D45BBC357}" type="presParOf" srcId="{FECE2E97-48AB-4107-9811-C49B928A7257}" destId="{2F44F4DA-F186-4F2C-899B-071F1E1AA52D}" srcOrd="20" destOrd="0" presId="urn:microsoft.com/office/officeart/2016/7/layout/RepeatingBendingProcessNew"/>
    <dgm:cxn modelId="{A686BBFF-146B-4D87-BEB0-53D3C32D50B4}" type="presParOf" srcId="{FECE2E97-48AB-4107-9811-C49B928A7257}" destId="{03BBBB56-8793-4308-B65D-92FC56CD8DEC}" srcOrd="21" destOrd="0" presId="urn:microsoft.com/office/officeart/2016/7/layout/RepeatingBendingProcessNew"/>
    <dgm:cxn modelId="{CED0D535-9426-4727-A80C-55E99D1DDD72}" type="presParOf" srcId="{03BBBB56-8793-4308-B65D-92FC56CD8DEC}" destId="{D02977BB-170D-4A8A-99DE-4D821DEC7B79}" srcOrd="0" destOrd="0" presId="urn:microsoft.com/office/officeart/2016/7/layout/RepeatingBendingProcessNew"/>
    <dgm:cxn modelId="{2AF33280-4F61-44B0-9350-58B610ECEF8C}" type="presParOf" srcId="{FECE2E97-48AB-4107-9811-C49B928A7257}" destId="{E86D9F09-8738-4DC4-8D5E-0FEDB4C00550}" srcOrd="22" destOrd="0" presId="urn:microsoft.com/office/officeart/2016/7/layout/RepeatingBendingProcessNew"/>
    <dgm:cxn modelId="{A8793B15-A6D6-4374-8B40-482C402FA781}" type="presParOf" srcId="{FECE2E97-48AB-4107-9811-C49B928A7257}" destId="{02089217-AE05-42CC-9F14-49F88CED0D4E}" srcOrd="23" destOrd="0" presId="urn:microsoft.com/office/officeart/2016/7/layout/RepeatingBendingProcessNew"/>
    <dgm:cxn modelId="{1BEBEC5E-C06F-4F8D-95A9-D5910B49B732}" type="presParOf" srcId="{02089217-AE05-42CC-9F14-49F88CED0D4E}" destId="{F56E730F-3C02-4374-A1DC-5572239B405B}" srcOrd="0" destOrd="0" presId="urn:microsoft.com/office/officeart/2016/7/layout/RepeatingBendingProcessNew"/>
    <dgm:cxn modelId="{1058CE5B-69BB-4C19-9058-09CE48D91C3E}" type="presParOf" srcId="{FECE2E97-48AB-4107-9811-C49B928A7257}" destId="{A5046637-614A-4749-A0FB-7CA373D02470}" srcOrd="24" destOrd="0" presId="urn:microsoft.com/office/officeart/2016/7/layout/RepeatingBendingProcessNew"/>
    <dgm:cxn modelId="{F92838AE-53BD-47FB-AD3C-B9A71423DB23}" type="presParOf" srcId="{FECE2E97-48AB-4107-9811-C49B928A7257}" destId="{86D9FCF3-3A0B-4D6C-BA48-EE30FA91AA1D}" srcOrd="25" destOrd="0" presId="urn:microsoft.com/office/officeart/2016/7/layout/RepeatingBendingProcessNew"/>
    <dgm:cxn modelId="{2FEAEC30-CAA8-437C-9D3D-92F89BDAB14C}" type="presParOf" srcId="{86D9FCF3-3A0B-4D6C-BA48-EE30FA91AA1D}" destId="{E8BE6838-C32D-4924-8E3D-C66360B9AB80}" srcOrd="0" destOrd="0" presId="urn:microsoft.com/office/officeart/2016/7/layout/RepeatingBendingProcessNew"/>
    <dgm:cxn modelId="{E224DF43-36B6-4386-A0E1-1C41C0203D21}" type="presParOf" srcId="{FECE2E97-48AB-4107-9811-C49B928A7257}" destId="{ABEA48C5-DD71-422C-B503-CC895DDF1D5E}" srcOrd="2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550707-FAA8-4192-A242-6169F7BE2035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1EF9DE-C5A1-43B0-809E-334B9B61612E}">
      <dgm:prSet/>
      <dgm:spPr/>
      <dgm:t>
        <a:bodyPr/>
        <a:lstStyle/>
        <a:p>
          <a:r>
            <a:rPr lang="ro-RO"/>
            <a:t>Sfârșit!</a:t>
          </a:r>
          <a:endParaRPr lang="en-US"/>
        </a:p>
      </dgm:t>
    </dgm:pt>
    <dgm:pt modelId="{C33119B2-1750-4C93-AB8E-BC4A3ECD3921}" type="parTrans" cxnId="{8B4BC6BB-9709-43CD-8A04-CCA28A5CA40A}">
      <dgm:prSet/>
      <dgm:spPr/>
      <dgm:t>
        <a:bodyPr/>
        <a:lstStyle/>
        <a:p>
          <a:endParaRPr lang="en-US"/>
        </a:p>
      </dgm:t>
    </dgm:pt>
    <dgm:pt modelId="{5FCDCC3D-1BD9-48ED-8188-281E753958A1}" type="sibTrans" cxnId="{8B4BC6BB-9709-43CD-8A04-CCA28A5CA40A}">
      <dgm:prSet/>
      <dgm:spPr/>
      <dgm:t>
        <a:bodyPr/>
        <a:lstStyle/>
        <a:p>
          <a:endParaRPr lang="en-US"/>
        </a:p>
      </dgm:t>
    </dgm:pt>
    <dgm:pt modelId="{864709D2-7252-40CC-950E-C235D7380304}">
      <dgm:prSet/>
      <dgm:spPr/>
      <dgm:t>
        <a:bodyPr/>
        <a:lstStyle/>
        <a:p>
          <a:r>
            <a:rPr lang="ro-RO" dirty="0"/>
            <a:t>Vă mulțumesc pentru atenție!</a:t>
          </a:r>
          <a:endParaRPr lang="en-US" dirty="0"/>
        </a:p>
      </dgm:t>
    </dgm:pt>
    <dgm:pt modelId="{2CDDB0AB-DDEB-42D6-AE82-AA123BA2D22C}" type="parTrans" cxnId="{E5A6807C-F092-4901-B56F-C0C8554B6FF2}">
      <dgm:prSet/>
      <dgm:spPr/>
      <dgm:t>
        <a:bodyPr/>
        <a:lstStyle/>
        <a:p>
          <a:endParaRPr lang="en-US"/>
        </a:p>
      </dgm:t>
    </dgm:pt>
    <dgm:pt modelId="{C9C8919B-0DCE-4E2B-873F-20BB5878912D}" type="sibTrans" cxnId="{E5A6807C-F092-4901-B56F-C0C8554B6FF2}">
      <dgm:prSet/>
      <dgm:spPr/>
      <dgm:t>
        <a:bodyPr/>
        <a:lstStyle/>
        <a:p>
          <a:endParaRPr lang="en-US"/>
        </a:p>
      </dgm:t>
    </dgm:pt>
    <dgm:pt modelId="{770D4066-7E7D-4826-A57A-9EBDD4590F1B}" type="pres">
      <dgm:prSet presAssocID="{0F550707-FAA8-4192-A242-6169F7BE20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0A4956-6101-4178-A9AB-824B0795FE08}" type="pres">
      <dgm:prSet presAssocID="{E31EF9DE-C5A1-43B0-809E-334B9B61612E}" presName="hierRoot1" presStyleCnt="0"/>
      <dgm:spPr/>
    </dgm:pt>
    <dgm:pt modelId="{F5D90535-7E6C-44B2-AB8C-8D84F75A2290}" type="pres">
      <dgm:prSet presAssocID="{E31EF9DE-C5A1-43B0-809E-334B9B61612E}" presName="composite" presStyleCnt="0"/>
      <dgm:spPr/>
    </dgm:pt>
    <dgm:pt modelId="{1DE0578A-5948-4DED-8AD4-44AA57BAF77F}" type="pres">
      <dgm:prSet presAssocID="{E31EF9DE-C5A1-43B0-809E-334B9B61612E}" presName="background" presStyleLbl="node0" presStyleIdx="0" presStyleCnt="2"/>
      <dgm:spPr>
        <a:solidFill>
          <a:srgbClr val="C00000"/>
        </a:solidFill>
      </dgm:spPr>
    </dgm:pt>
    <dgm:pt modelId="{FA46B4C9-79C5-4418-9A82-68B7EA913B9D}" type="pres">
      <dgm:prSet presAssocID="{E31EF9DE-C5A1-43B0-809E-334B9B61612E}" presName="text" presStyleLbl="fgAcc0" presStyleIdx="0" presStyleCnt="2">
        <dgm:presLayoutVars>
          <dgm:chPref val="3"/>
        </dgm:presLayoutVars>
      </dgm:prSet>
      <dgm:spPr/>
    </dgm:pt>
    <dgm:pt modelId="{56A37296-253F-4A41-A357-FF7C84A20FC0}" type="pres">
      <dgm:prSet presAssocID="{E31EF9DE-C5A1-43B0-809E-334B9B61612E}" presName="hierChild2" presStyleCnt="0"/>
      <dgm:spPr/>
    </dgm:pt>
    <dgm:pt modelId="{EEFD9F10-28B8-4AC5-A213-4C361C6D5C88}" type="pres">
      <dgm:prSet presAssocID="{864709D2-7252-40CC-950E-C235D7380304}" presName="hierRoot1" presStyleCnt="0"/>
      <dgm:spPr/>
    </dgm:pt>
    <dgm:pt modelId="{877F554E-E133-440E-B2BC-040656B8C276}" type="pres">
      <dgm:prSet presAssocID="{864709D2-7252-40CC-950E-C235D7380304}" presName="composite" presStyleCnt="0"/>
      <dgm:spPr/>
    </dgm:pt>
    <dgm:pt modelId="{463C25AD-3EA7-4F22-B66B-F919BEF6E9C2}" type="pres">
      <dgm:prSet presAssocID="{864709D2-7252-40CC-950E-C235D7380304}" presName="background" presStyleLbl="node0" presStyleIdx="1" presStyleCnt="2"/>
      <dgm:spPr>
        <a:solidFill>
          <a:srgbClr val="C00000"/>
        </a:solidFill>
      </dgm:spPr>
    </dgm:pt>
    <dgm:pt modelId="{55273AAC-03BB-47F1-8F86-AA2603BC1BEE}" type="pres">
      <dgm:prSet presAssocID="{864709D2-7252-40CC-950E-C235D7380304}" presName="text" presStyleLbl="fgAcc0" presStyleIdx="1" presStyleCnt="2">
        <dgm:presLayoutVars>
          <dgm:chPref val="3"/>
        </dgm:presLayoutVars>
      </dgm:prSet>
      <dgm:spPr/>
    </dgm:pt>
    <dgm:pt modelId="{0BA7E0C6-F64B-49FD-B470-FC6A06C1D13A}" type="pres">
      <dgm:prSet presAssocID="{864709D2-7252-40CC-950E-C235D7380304}" presName="hierChild2" presStyleCnt="0"/>
      <dgm:spPr/>
    </dgm:pt>
  </dgm:ptLst>
  <dgm:cxnLst>
    <dgm:cxn modelId="{DE1CEC4C-7462-4491-AA1A-D3EFB78C40C6}" type="presOf" srcId="{E31EF9DE-C5A1-43B0-809E-334B9B61612E}" destId="{FA46B4C9-79C5-4418-9A82-68B7EA913B9D}" srcOrd="0" destOrd="0" presId="urn:microsoft.com/office/officeart/2005/8/layout/hierarchy1"/>
    <dgm:cxn modelId="{E5A6807C-F092-4901-B56F-C0C8554B6FF2}" srcId="{0F550707-FAA8-4192-A242-6169F7BE2035}" destId="{864709D2-7252-40CC-950E-C235D7380304}" srcOrd="1" destOrd="0" parTransId="{2CDDB0AB-DDEB-42D6-AE82-AA123BA2D22C}" sibTransId="{C9C8919B-0DCE-4E2B-873F-20BB5878912D}"/>
    <dgm:cxn modelId="{C848AFA2-703E-48F9-8214-3789B0ABB094}" type="presOf" srcId="{864709D2-7252-40CC-950E-C235D7380304}" destId="{55273AAC-03BB-47F1-8F86-AA2603BC1BEE}" srcOrd="0" destOrd="0" presId="urn:microsoft.com/office/officeart/2005/8/layout/hierarchy1"/>
    <dgm:cxn modelId="{8B4BC6BB-9709-43CD-8A04-CCA28A5CA40A}" srcId="{0F550707-FAA8-4192-A242-6169F7BE2035}" destId="{E31EF9DE-C5A1-43B0-809E-334B9B61612E}" srcOrd="0" destOrd="0" parTransId="{C33119B2-1750-4C93-AB8E-BC4A3ECD3921}" sibTransId="{5FCDCC3D-1BD9-48ED-8188-281E753958A1}"/>
    <dgm:cxn modelId="{6B13FCEA-D9CC-4D25-80AC-A35663D852B8}" type="presOf" srcId="{0F550707-FAA8-4192-A242-6169F7BE2035}" destId="{770D4066-7E7D-4826-A57A-9EBDD4590F1B}" srcOrd="0" destOrd="0" presId="urn:microsoft.com/office/officeart/2005/8/layout/hierarchy1"/>
    <dgm:cxn modelId="{5A90C67A-9CC4-428C-964B-CD29BDA39F04}" type="presParOf" srcId="{770D4066-7E7D-4826-A57A-9EBDD4590F1B}" destId="{280A4956-6101-4178-A9AB-824B0795FE08}" srcOrd="0" destOrd="0" presId="urn:microsoft.com/office/officeart/2005/8/layout/hierarchy1"/>
    <dgm:cxn modelId="{D0AC03AF-4119-4922-B98D-48B4DAE9D2C5}" type="presParOf" srcId="{280A4956-6101-4178-A9AB-824B0795FE08}" destId="{F5D90535-7E6C-44B2-AB8C-8D84F75A2290}" srcOrd="0" destOrd="0" presId="urn:microsoft.com/office/officeart/2005/8/layout/hierarchy1"/>
    <dgm:cxn modelId="{5BFCC31E-9DC7-4A88-8791-BD8A7176AB4F}" type="presParOf" srcId="{F5D90535-7E6C-44B2-AB8C-8D84F75A2290}" destId="{1DE0578A-5948-4DED-8AD4-44AA57BAF77F}" srcOrd="0" destOrd="0" presId="urn:microsoft.com/office/officeart/2005/8/layout/hierarchy1"/>
    <dgm:cxn modelId="{66286763-14AB-4825-B304-B346AC14A419}" type="presParOf" srcId="{F5D90535-7E6C-44B2-AB8C-8D84F75A2290}" destId="{FA46B4C9-79C5-4418-9A82-68B7EA913B9D}" srcOrd="1" destOrd="0" presId="urn:microsoft.com/office/officeart/2005/8/layout/hierarchy1"/>
    <dgm:cxn modelId="{AE6905E6-0DA5-4830-A3A2-05B1B76CF90C}" type="presParOf" srcId="{280A4956-6101-4178-A9AB-824B0795FE08}" destId="{56A37296-253F-4A41-A357-FF7C84A20FC0}" srcOrd="1" destOrd="0" presId="urn:microsoft.com/office/officeart/2005/8/layout/hierarchy1"/>
    <dgm:cxn modelId="{7FDF7FB5-0A2B-4C33-B4CB-1E066A53A7E6}" type="presParOf" srcId="{770D4066-7E7D-4826-A57A-9EBDD4590F1B}" destId="{EEFD9F10-28B8-4AC5-A213-4C361C6D5C88}" srcOrd="1" destOrd="0" presId="urn:microsoft.com/office/officeart/2005/8/layout/hierarchy1"/>
    <dgm:cxn modelId="{33D954E9-4912-4F3E-80E9-D853E7CEE76D}" type="presParOf" srcId="{EEFD9F10-28B8-4AC5-A213-4C361C6D5C88}" destId="{877F554E-E133-440E-B2BC-040656B8C276}" srcOrd="0" destOrd="0" presId="urn:microsoft.com/office/officeart/2005/8/layout/hierarchy1"/>
    <dgm:cxn modelId="{B4C34DEB-E4BA-4FE1-BD04-F9EC1F1D3D97}" type="presParOf" srcId="{877F554E-E133-440E-B2BC-040656B8C276}" destId="{463C25AD-3EA7-4F22-B66B-F919BEF6E9C2}" srcOrd="0" destOrd="0" presId="urn:microsoft.com/office/officeart/2005/8/layout/hierarchy1"/>
    <dgm:cxn modelId="{B96601DD-9F30-4F7D-806A-DB6040209512}" type="presParOf" srcId="{877F554E-E133-440E-B2BC-040656B8C276}" destId="{55273AAC-03BB-47F1-8F86-AA2603BC1BEE}" srcOrd="1" destOrd="0" presId="urn:microsoft.com/office/officeart/2005/8/layout/hierarchy1"/>
    <dgm:cxn modelId="{FDD834EF-3676-430F-952B-6040151AB9C5}" type="presParOf" srcId="{EEFD9F10-28B8-4AC5-A213-4C361C6D5C88}" destId="{0BA7E0C6-F64B-49FD-B470-FC6A06C1D1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9935A-FFE5-45A8-BB92-D97FECE6D24B}">
      <dsp:nvSpPr>
        <dsp:cNvPr id="0" name=""/>
        <dsp:cNvSpPr/>
      </dsp:nvSpPr>
      <dsp:spPr>
        <a:xfrm>
          <a:off x="1484173" y="295843"/>
          <a:ext cx="2311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113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93198" y="340254"/>
        <a:ext cx="13086" cy="2617"/>
      </dsp:txXfrm>
    </dsp:sp>
    <dsp:sp modelId="{5E7DE30B-C0F8-400A-86BE-A2DC7CB1D557}">
      <dsp:nvSpPr>
        <dsp:cNvPr id="0" name=""/>
        <dsp:cNvSpPr/>
      </dsp:nvSpPr>
      <dsp:spPr>
        <a:xfrm>
          <a:off x="347981" y="165"/>
          <a:ext cx="1137992" cy="68279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763" tIns="58533" rIns="55763" bIns="5853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rails new movie-app</a:t>
          </a:r>
        </a:p>
      </dsp:txBody>
      <dsp:txXfrm>
        <a:off x="347981" y="165"/>
        <a:ext cx="1137992" cy="682795"/>
      </dsp:txXfrm>
    </dsp:sp>
    <dsp:sp modelId="{E6DFA218-2B40-455F-9F1D-948D2DF85C27}">
      <dsp:nvSpPr>
        <dsp:cNvPr id="0" name=""/>
        <dsp:cNvSpPr/>
      </dsp:nvSpPr>
      <dsp:spPr>
        <a:xfrm>
          <a:off x="2883903" y="295843"/>
          <a:ext cx="2311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1138" y="45720"/>
              </a:lnTo>
            </a:path>
          </a:pathLst>
        </a:custGeom>
        <a:noFill/>
        <a:ln w="6350" cap="flat" cmpd="sng" algn="ctr">
          <a:solidFill>
            <a:schemeClr val="accent2">
              <a:hueOff val="4022975"/>
              <a:satOff val="-59"/>
              <a:lumOff val="13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2929" y="340254"/>
        <a:ext cx="13086" cy="2617"/>
      </dsp:txXfrm>
    </dsp:sp>
    <dsp:sp modelId="{4BD96384-B5A5-4DC5-8130-A91790F79B4F}">
      <dsp:nvSpPr>
        <dsp:cNvPr id="0" name=""/>
        <dsp:cNvSpPr/>
      </dsp:nvSpPr>
      <dsp:spPr>
        <a:xfrm>
          <a:off x="1747711" y="165"/>
          <a:ext cx="1137992" cy="682795"/>
        </a:xfrm>
        <a:prstGeom prst="rect">
          <a:avLst/>
        </a:prstGeom>
        <a:gradFill rotWithShape="0">
          <a:gsLst>
            <a:gs pos="0">
              <a:schemeClr val="accent2">
                <a:hueOff val="3352479"/>
                <a:satOff val="-49"/>
                <a:lumOff val="1144"/>
                <a:alphaOff val="0"/>
                <a:satMod val="100000"/>
                <a:lumMod val="100000"/>
              </a:schemeClr>
            </a:gs>
            <a:gs pos="50000">
              <a:schemeClr val="accent2">
                <a:hueOff val="3352479"/>
                <a:satOff val="-49"/>
                <a:lumOff val="1144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3352479"/>
                <a:satOff val="-49"/>
                <a:lumOff val="1144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763" tIns="58533" rIns="55763" bIns="5853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rails server</a:t>
          </a:r>
        </a:p>
      </dsp:txBody>
      <dsp:txXfrm>
        <a:off x="1747711" y="165"/>
        <a:ext cx="1137992" cy="682795"/>
      </dsp:txXfrm>
    </dsp:sp>
    <dsp:sp modelId="{004425E0-69C0-4256-91C3-53168A5FE30A}">
      <dsp:nvSpPr>
        <dsp:cNvPr id="0" name=""/>
        <dsp:cNvSpPr/>
      </dsp:nvSpPr>
      <dsp:spPr>
        <a:xfrm>
          <a:off x="916977" y="681160"/>
          <a:ext cx="2799460" cy="231138"/>
        </a:xfrm>
        <a:custGeom>
          <a:avLst/>
          <a:gdLst/>
          <a:ahLst/>
          <a:cxnLst/>
          <a:rect l="0" t="0" r="0" b="0"/>
          <a:pathLst>
            <a:path>
              <a:moveTo>
                <a:pt x="2799460" y="0"/>
              </a:moveTo>
              <a:lnTo>
                <a:pt x="2799460" y="132669"/>
              </a:lnTo>
              <a:lnTo>
                <a:pt x="0" y="132669"/>
              </a:lnTo>
              <a:lnTo>
                <a:pt x="0" y="231138"/>
              </a:lnTo>
            </a:path>
          </a:pathLst>
        </a:custGeom>
        <a:noFill/>
        <a:ln w="6350" cap="flat" cmpd="sng" algn="ctr">
          <a:solidFill>
            <a:schemeClr val="accent2">
              <a:hueOff val="8045950"/>
              <a:satOff val="-118"/>
              <a:lumOff val="274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6415" y="795421"/>
        <a:ext cx="140583" cy="2617"/>
      </dsp:txXfrm>
    </dsp:sp>
    <dsp:sp modelId="{79546992-B6D2-44DA-8FD0-959220B6EA21}">
      <dsp:nvSpPr>
        <dsp:cNvPr id="0" name=""/>
        <dsp:cNvSpPr/>
      </dsp:nvSpPr>
      <dsp:spPr>
        <a:xfrm>
          <a:off x="3147441" y="165"/>
          <a:ext cx="1137992" cy="682795"/>
        </a:xfrm>
        <a:prstGeom prst="rect">
          <a:avLst/>
        </a:prstGeom>
        <a:gradFill rotWithShape="0">
          <a:gsLst>
            <a:gs pos="0">
              <a:schemeClr val="accent2">
                <a:hueOff val="6704958"/>
                <a:satOff val="-98"/>
                <a:lumOff val="2287"/>
                <a:alphaOff val="0"/>
                <a:satMod val="100000"/>
                <a:lumMod val="100000"/>
              </a:schemeClr>
            </a:gs>
            <a:gs pos="50000">
              <a:schemeClr val="accent2">
                <a:hueOff val="6704958"/>
                <a:satOff val="-98"/>
                <a:lumOff val="2287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6704958"/>
                <a:satOff val="-98"/>
                <a:lumOff val="2287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763" tIns="58533" rIns="55763" bIns="5853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rails console</a:t>
          </a:r>
        </a:p>
      </dsp:txBody>
      <dsp:txXfrm>
        <a:off x="3147441" y="165"/>
        <a:ext cx="1137992" cy="682795"/>
      </dsp:txXfrm>
    </dsp:sp>
    <dsp:sp modelId="{A9F243E0-5B1B-4E3B-AA00-A0477FB035D7}">
      <dsp:nvSpPr>
        <dsp:cNvPr id="0" name=""/>
        <dsp:cNvSpPr/>
      </dsp:nvSpPr>
      <dsp:spPr>
        <a:xfrm>
          <a:off x="1484173" y="1240376"/>
          <a:ext cx="2311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1138" y="45720"/>
              </a:lnTo>
            </a:path>
          </a:pathLst>
        </a:custGeom>
        <a:noFill/>
        <a:ln w="6350" cap="flat" cmpd="sng" algn="ctr">
          <a:solidFill>
            <a:schemeClr val="accent2">
              <a:hueOff val="12068925"/>
              <a:satOff val="-177"/>
              <a:lumOff val="411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93198" y="1284787"/>
        <a:ext cx="13086" cy="2617"/>
      </dsp:txXfrm>
    </dsp:sp>
    <dsp:sp modelId="{7628793F-4251-42F9-B80F-E600C10B33B4}">
      <dsp:nvSpPr>
        <dsp:cNvPr id="0" name=""/>
        <dsp:cNvSpPr/>
      </dsp:nvSpPr>
      <dsp:spPr>
        <a:xfrm>
          <a:off x="347981" y="944698"/>
          <a:ext cx="1137992" cy="682795"/>
        </a:xfrm>
        <a:prstGeom prst="rect">
          <a:avLst/>
        </a:prstGeom>
        <a:gradFill rotWithShape="0">
          <a:gsLst>
            <a:gs pos="0">
              <a:schemeClr val="accent2">
                <a:hueOff val="10057437"/>
                <a:satOff val="-147"/>
                <a:lumOff val="3431"/>
                <a:alphaOff val="0"/>
                <a:satMod val="100000"/>
                <a:lumMod val="100000"/>
              </a:schemeClr>
            </a:gs>
            <a:gs pos="50000">
              <a:schemeClr val="accent2">
                <a:hueOff val="10057437"/>
                <a:satOff val="-147"/>
                <a:lumOff val="3431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10057437"/>
                <a:satOff val="-147"/>
                <a:lumOff val="3431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763" tIns="58533" rIns="55763" bIns="5853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rails routes</a:t>
          </a:r>
        </a:p>
      </dsp:txBody>
      <dsp:txXfrm>
        <a:off x="347981" y="944698"/>
        <a:ext cx="1137992" cy="682795"/>
      </dsp:txXfrm>
    </dsp:sp>
    <dsp:sp modelId="{50258D6D-989B-48BC-B384-D2FF1EBAA24B}">
      <dsp:nvSpPr>
        <dsp:cNvPr id="0" name=""/>
        <dsp:cNvSpPr/>
      </dsp:nvSpPr>
      <dsp:spPr>
        <a:xfrm>
          <a:off x="2883903" y="1240376"/>
          <a:ext cx="2311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1138" y="45720"/>
              </a:lnTo>
            </a:path>
          </a:pathLst>
        </a:custGeom>
        <a:noFill/>
        <a:ln w="6350" cap="flat" cmpd="sng" algn="ctr">
          <a:solidFill>
            <a:schemeClr val="accent2">
              <a:hueOff val="16091900"/>
              <a:satOff val="-236"/>
              <a:lumOff val="54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2929" y="1284787"/>
        <a:ext cx="13086" cy="2617"/>
      </dsp:txXfrm>
    </dsp:sp>
    <dsp:sp modelId="{18583418-3EFC-43F5-8EE1-8B73F6DEECBA}">
      <dsp:nvSpPr>
        <dsp:cNvPr id="0" name=""/>
        <dsp:cNvSpPr/>
      </dsp:nvSpPr>
      <dsp:spPr>
        <a:xfrm>
          <a:off x="1747711" y="944698"/>
          <a:ext cx="1137992" cy="682795"/>
        </a:xfrm>
        <a:prstGeom prst="rect">
          <a:avLst/>
        </a:prstGeom>
        <a:gradFill rotWithShape="0">
          <a:gsLst>
            <a:gs pos="0">
              <a:schemeClr val="accent2">
                <a:hueOff val="13409916"/>
                <a:satOff val="-197"/>
                <a:lumOff val="4575"/>
                <a:alphaOff val="0"/>
                <a:satMod val="100000"/>
                <a:lumMod val="100000"/>
              </a:schemeClr>
            </a:gs>
            <a:gs pos="50000">
              <a:schemeClr val="accent2">
                <a:hueOff val="13409916"/>
                <a:satOff val="-197"/>
                <a:lumOff val="4575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13409916"/>
                <a:satOff val="-197"/>
                <a:lumOff val="4575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763" tIns="58533" rIns="55763" bIns="5853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rails </a:t>
          </a:r>
          <a:r>
            <a:rPr lang="en-US" sz="1800" kern="1200" dirty="0" err="1"/>
            <a:t>db:rollback</a:t>
          </a:r>
          <a:endParaRPr lang="en-US" sz="1800" kern="1200" dirty="0"/>
        </a:p>
      </dsp:txBody>
      <dsp:txXfrm>
        <a:off x="1747711" y="944698"/>
        <a:ext cx="1137992" cy="682795"/>
      </dsp:txXfrm>
    </dsp:sp>
    <dsp:sp modelId="{0C86886D-8F95-41DC-8E10-1140E0DD4EBB}">
      <dsp:nvSpPr>
        <dsp:cNvPr id="0" name=""/>
        <dsp:cNvSpPr/>
      </dsp:nvSpPr>
      <dsp:spPr>
        <a:xfrm>
          <a:off x="916977" y="1625694"/>
          <a:ext cx="2799460" cy="231138"/>
        </a:xfrm>
        <a:custGeom>
          <a:avLst/>
          <a:gdLst/>
          <a:ahLst/>
          <a:cxnLst/>
          <a:rect l="0" t="0" r="0" b="0"/>
          <a:pathLst>
            <a:path>
              <a:moveTo>
                <a:pt x="2799460" y="0"/>
              </a:moveTo>
              <a:lnTo>
                <a:pt x="2799460" y="132669"/>
              </a:lnTo>
              <a:lnTo>
                <a:pt x="0" y="132669"/>
              </a:lnTo>
              <a:lnTo>
                <a:pt x="0" y="231138"/>
              </a:lnTo>
            </a:path>
          </a:pathLst>
        </a:custGeom>
        <a:noFill/>
        <a:ln w="6350" cap="flat" cmpd="sng" algn="ctr">
          <a:solidFill>
            <a:schemeClr val="accent2">
              <a:hueOff val="20114874"/>
              <a:satOff val="-295"/>
              <a:lumOff val="686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6415" y="1739954"/>
        <a:ext cx="140583" cy="2617"/>
      </dsp:txXfrm>
    </dsp:sp>
    <dsp:sp modelId="{1F685872-2287-47B5-9018-3298CDB127EF}">
      <dsp:nvSpPr>
        <dsp:cNvPr id="0" name=""/>
        <dsp:cNvSpPr/>
      </dsp:nvSpPr>
      <dsp:spPr>
        <a:xfrm>
          <a:off x="3147441" y="944698"/>
          <a:ext cx="1137992" cy="682795"/>
        </a:xfrm>
        <a:prstGeom prst="rect">
          <a:avLst/>
        </a:prstGeom>
        <a:gradFill rotWithShape="0">
          <a:gsLst>
            <a:gs pos="0">
              <a:schemeClr val="accent2">
                <a:hueOff val="16762394"/>
                <a:satOff val="-246"/>
                <a:lumOff val="5718"/>
                <a:alphaOff val="0"/>
                <a:satMod val="100000"/>
                <a:lumMod val="100000"/>
              </a:schemeClr>
            </a:gs>
            <a:gs pos="50000">
              <a:schemeClr val="accent2">
                <a:hueOff val="16762394"/>
                <a:satOff val="-246"/>
                <a:lumOff val="5718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16762394"/>
                <a:satOff val="-246"/>
                <a:lumOff val="5718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763" tIns="58533" rIns="55763" bIns="5853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rails </a:t>
          </a:r>
          <a:r>
            <a:rPr lang="en-US" sz="1800" kern="1200" dirty="0" err="1"/>
            <a:t>db:migrate</a:t>
          </a:r>
          <a:endParaRPr lang="en-US" sz="1800" kern="1200" dirty="0"/>
        </a:p>
      </dsp:txBody>
      <dsp:txXfrm>
        <a:off x="3147441" y="944698"/>
        <a:ext cx="1137992" cy="682795"/>
      </dsp:txXfrm>
    </dsp:sp>
    <dsp:sp modelId="{5F89FE48-99C7-4B17-9801-A167496242E2}">
      <dsp:nvSpPr>
        <dsp:cNvPr id="0" name=""/>
        <dsp:cNvSpPr/>
      </dsp:nvSpPr>
      <dsp:spPr>
        <a:xfrm>
          <a:off x="347981" y="1889232"/>
          <a:ext cx="1137992" cy="682795"/>
        </a:xfrm>
        <a:prstGeom prst="rect">
          <a:avLst/>
        </a:prstGeom>
        <a:gradFill rotWithShape="0">
          <a:gsLst>
            <a:gs pos="0">
              <a:schemeClr val="accent2">
                <a:hueOff val="20114874"/>
                <a:satOff val="-295"/>
                <a:lumOff val="6862"/>
                <a:alphaOff val="0"/>
                <a:satMod val="100000"/>
                <a:lumMod val="100000"/>
              </a:schemeClr>
            </a:gs>
            <a:gs pos="50000">
              <a:schemeClr val="accent2">
                <a:hueOff val="20114874"/>
                <a:satOff val="-295"/>
                <a:lumOff val="6862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20114874"/>
                <a:satOff val="-295"/>
                <a:lumOff val="6862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763" tIns="58533" rIns="55763" bIns="58533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rails db:seed</a:t>
          </a:r>
        </a:p>
      </dsp:txBody>
      <dsp:txXfrm>
        <a:off x="347981" y="1889232"/>
        <a:ext cx="1137992" cy="6827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232CF-B3DE-4EAA-A623-BEF67A8148C7}">
      <dsp:nvSpPr>
        <dsp:cNvPr id="0" name=""/>
        <dsp:cNvSpPr/>
      </dsp:nvSpPr>
      <dsp:spPr>
        <a:xfrm>
          <a:off x="1701546" y="470726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1629" y="514495"/>
        <a:ext cx="19513" cy="3902"/>
      </dsp:txXfrm>
    </dsp:sp>
    <dsp:sp modelId="{2F44C663-5518-4D37-9DAD-FF3E42885781}">
      <dsp:nvSpPr>
        <dsp:cNvPr id="0" name=""/>
        <dsp:cNvSpPr/>
      </dsp:nvSpPr>
      <dsp:spPr>
        <a:xfrm>
          <a:off x="6482" y="7387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devise</a:t>
          </a:r>
        </a:p>
      </dsp:txBody>
      <dsp:txXfrm>
        <a:off x="6482" y="7387"/>
        <a:ext cx="1696863" cy="1018118"/>
      </dsp:txXfrm>
    </dsp:sp>
    <dsp:sp modelId="{E60D2258-D8AC-449B-AE8F-ED8A167009CB}">
      <dsp:nvSpPr>
        <dsp:cNvPr id="0" name=""/>
        <dsp:cNvSpPr/>
      </dsp:nvSpPr>
      <dsp:spPr>
        <a:xfrm>
          <a:off x="3788689" y="470726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1676239"/>
              <a:satOff val="-25"/>
              <a:lumOff val="5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8771" y="514495"/>
        <a:ext cx="19513" cy="3902"/>
      </dsp:txXfrm>
    </dsp:sp>
    <dsp:sp modelId="{14E14E78-BA60-4E0D-BEAF-9CF51B4B48C5}">
      <dsp:nvSpPr>
        <dsp:cNvPr id="0" name=""/>
        <dsp:cNvSpPr/>
      </dsp:nvSpPr>
      <dsp:spPr>
        <a:xfrm>
          <a:off x="2093625" y="7387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sqlite3</a:t>
          </a:r>
        </a:p>
      </dsp:txBody>
      <dsp:txXfrm>
        <a:off x="2093625" y="7387"/>
        <a:ext cx="1696863" cy="1018118"/>
      </dsp:txXfrm>
    </dsp:sp>
    <dsp:sp modelId="{4E2E3AB3-9733-4BA8-BF52-E299392E47D4}">
      <dsp:nvSpPr>
        <dsp:cNvPr id="0" name=""/>
        <dsp:cNvSpPr/>
      </dsp:nvSpPr>
      <dsp:spPr>
        <a:xfrm>
          <a:off x="5875831" y="470726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3352479"/>
              <a:satOff val="-49"/>
              <a:lumOff val="114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45914" y="514495"/>
        <a:ext cx="19513" cy="3902"/>
      </dsp:txXfrm>
    </dsp:sp>
    <dsp:sp modelId="{983B44F2-A425-4CDD-AA4D-26CED5327BCF}">
      <dsp:nvSpPr>
        <dsp:cNvPr id="0" name=""/>
        <dsp:cNvSpPr/>
      </dsp:nvSpPr>
      <dsp:spPr>
        <a:xfrm>
          <a:off x="4180768" y="7387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bootstrap</a:t>
          </a:r>
        </a:p>
      </dsp:txBody>
      <dsp:txXfrm>
        <a:off x="4180768" y="7387"/>
        <a:ext cx="1696863" cy="1018118"/>
      </dsp:txXfrm>
    </dsp:sp>
    <dsp:sp modelId="{8B26569A-D2B3-4354-99BB-27AF70BF0107}">
      <dsp:nvSpPr>
        <dsp:cNvPr id="0" name=""/>
        <dsp:cNvSpPr/>
      </dsp:nvSpPr>
      <dsp:spPr>
        <a:xfrm>
          <a:off x="7962974" y="470726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5028718"/>
              <a:satOff val="-74"/>
              <a:lumOff val="17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33056" y="514495"/>
        <a:ext cx="19513" cy="3902"/>
      </dsp:txXfrm>
    </dsp:sp>
    <dsp:sp modelId="{F14DAA9D-3023-4D93-BB8B-20B6A19CA790}">
      <dsp:nvSpPr>
        <dsp:cNvPr id="0" name=""/>
        <dsp:cNvSpPr/>
      </dsp:nvSpPr>
      <dsp:spPr>
        <a:xfrm>
          <a:off x="6267910" y="7387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jquery</a:t>
          </a:r>
          <a:r>
            <a:rPr lang="en-US" sz="1700" kern="1200" dirty="0"/>
            <a:t>-rails</a:t>
          </a:r>
        </a:p>
      </dsp:txBody>
      <dsp:txXfrm>
        <a:off x="6267910" y="7387"/>
        <a:ext cx="1696863" cy="1018118"/>
      </dsp:txXfrm>
    </dsp:sp>
    <dsp:sp modelId="{222C49B6-4DCB-478C-BF7E-930344BF5AC5}">
      <dsp:nvSpPr>
        <dsp:cNvPr id="0" name=""/>
        <dsp:cNvSpPr/>
      </dsp:nvSpPr>
      <dsp:spPr>
        <a:xfrm>
          <a:off x="854914" y="1023705"/>
          <a:ext cx="8348570" cy="359678"/>
        </a:xfrm>
        <a:custGeom>
          <a:avLst/>
          <a:gdLst/>
          <a:ahLst/>
          <a:cxnLst/>
          <a:rect l="0" t="0" r="0" b="0"/>
          <a:pathLst>
            <a:path>
              <a:moveTo>
                <a:pt x="8348570" y="0"/>
              </a:moveTo>
              <a:lnTo>
                <a:pt x="8348570" y="196939"/>
              </a:lnTo>
              <a:lnTo>
                <a:pt x="0" y="196939"/>
              </a:lnTo>
              <a:lnTo>
                <a:pt x="0" y="359678"/>
              </a:lnTo>
            </a:path>
          </a:pathLst>
        </a:custGeom>
        <a:noFill/>
        <a:ln w="6350" cap="flat" cmpd="sng" algn="ctr">
          <a:solidFill>
            <a:schemeClr val="accent2">
              <a:hueOff val="6704958"/>
              <a:satOff val="-98"/>
              <a:lumOff val="228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0257" y="1201593"/>
        <a:ext cx="417884" cy="3902"/>
      </dsp:txXfrm>
    </dsp:sp>
    <dsp:sp modelId="{B96CC7B2-6E22-423C-B31A-212C04BDEFA7}">
      <dsp:nvSpPr>
        <dsp:cNvPr id="0" name=""/>
        <dsp:cNvSpPr/>
      </dsp:nvSpPr>
      <dsp:spPr>
        <a:xfrm>
          <a:off x="8355053" y="7387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simple_form</a:t>
          </a:r>
          <a:endParaRPr lang="en-US" sz="1700" kern="1200" dirty="0"/>
        </a:p>
      </dsp:txBody>
      <dsp:txXfrm>
        <a:off x="8355053" y="7387"/>
        <a:ext cx="1696863" cy="1018118"/>
      </dsp:txXfrm>
    </dsp:sp>
    <dsp:sp modelId="{EC91926E-8761-4130-AF70-2D4B3DA898AB}">
      <dsp:nvSpPr>
        <dsp:cNvPr id="0" name=""/>
        <dsp:cNvSpPr/>
      </dsp:nvSpPr>
      <dsp:spPr>
        <a:xfrm>
          <a:off x="1701546" y="1879123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8381197"/>
              <a:satOff val="-123"/>
              <a:lumOff val="285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1629" y="1922892"/>
        <a:ext cx="19513" cy="3902"/>
      </dsp:txXfrm>
    </dsp:sp>
    <dsp:sp modelId="{18F3E283-E376-45AB-9874-A883D6CCC119}">
      <dsp:nvSpPr>
        <dsp:cNvPr id="0" name=""/>
        <dsp:cNvSpPr/>
      </dsp:nvSpPr>
      <dsp:spPr>
        <a:xfrm>
          <a:off x="6482" y="1415784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chartkick</a:t>
          </a:r>
          <a:endParaRPr lang="en-US" sz="1700" kern="1200" dirty="0"/>
        </a:p>
      </dsp:txBody>
      <dsp:txXfrm>
        <a:off x="6482" y="1415784"/>
        <a:ext cx="1696863" cy="1018118"/>
      </dsp:txXfrm>
    </dsp:sp>
    <dsp:sp modelId="{0AE18C68-6133-42B7-BA2D-6D2EA6F32F69}">
      <dsp:nvSpPr>
        <dsp:cNvPr id="0" name=""/>
        <dsp:cNvSpPr/>
      </dsp:nvSpPr>
      <dsp:spPr>
        <a:xfrm>
          <a:off x="3788689" y="1879123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10057437"/>
              <a:satOff val="-147"/>
              <a:lumOff val="343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8771" y="1922892"/>
        <a:ext cx="19513" cy="3902"/>
      </dsp:txXfrm>
    </dsp:sp>
    <dsp:sp modelId="{0D1A1239-D09E-45FD-ACE4-94BF3B6BCD0A}">
      <dsp:nvSpPr>
        <dsp:cNvPr id="0" name=""/>
        <dsp:cNvSpPr/>
      </dsp:nvSpPr>
      <dsp:spPr>
        <a:xfrm>
          <a:off x="2093625" y="1415784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groupdate</a:t>
          </a:r>
          <a:endParaRPr lang="en-US" sz="1700" kern="1200" dirty="0"/>
        </a:p>
      </dsp:txBody>
      <dsp:txXfrm>
        <a:off x="2093625" y="1415784"/>
        <a:ext cx="1696863" cy="1018118"/>
      </dsp:txXfrm>
    </dsp:sp>
    <dsp:sp modelId="{44E12E69-C243-4969-8BD8-70B4A1384353}">
      <dsp:nvSpPr>
        <dsp:cNvPr id="0" name=""/>
        <dsp:cNvSpPr/>
      </dsp:nvSpPr>
      <dsp:spPr>
        <a:xfrm>
          <a:off x="5875831" y="1879123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11733676"/>
              <a:satOff val="-172"/>
              <a:lumOff val="400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45914" y="1922892"/>
        <a:ext cx="19513" cy="3902"/>
      </dsp:txXfrm>
    </dsp:sp>
    <dsp:sp modelId="{F2DA331C-350F-4A9A-9AB7-4BC15C9BD754}">
      <dsp:nvSpPr>
        <dsp:cNvPr id="0" name=""/>
        <dsp:cNvSpPr/>
      </dsp:nvSpPr>
      <dsp:spPr>
        <a:xfrm>
          <a:off x="4180768" y="1415784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kaminari</a:t>
          </a:r>
          <a:endParaRPr lang="en-US" sz="1700" kern="1200" dirty="0"/>
        </a:p>
      </dsp:txBody>
      <dsp:txXfrm>
        <a:off x="4180768" y="1415784"/>
        <a:ext cx="1696863" cy="1018118"/>
      </dsp:txXfrm>
    </dsp:sp>
    <dsp:sp modelId="{A3315F00-0801-4475-921D-9BE301F9C098}">
      <dsp:nvSpPr>
        <dsp:cNvPr id="0" name=""/>
        <dsp:cNvSpPr/>
      </dsp:nvSpPr>
      <dsp:spPr>
        <a:xfrm>
          <a:off x="7962974" y="1879123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13409916"/>
              <a:satOff val="-197"/>
              <a:lumOff val="457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33056" y="1922892"/>
        <a:ext cx="19513" cy="3902"/>
      </dsp:txXfrm>
    </dsp:sp>
    <dsp:sp modelId="{94A06BDF-B02B-436D-9B9D-4DE8F5EE9249}">
      <dsp:nvSpPr>
        <dsp:cNvPr id="0" name=""/>
        <dsp:cNvSpPr/>
      </dsp:nvSpPr>
      <dsp:spPr>
        <a:xfrm>
          <a:off x="6267910" y="1415784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rspec</a:t>
          </a:r>
          <a:endParaRPr lang="en-US" sz="1700" kern="1200" dirty="0"/>
        </a:p>
      </dsp:txBody>
      <dsp:txXfrm>
        <a:off x="6267910" y="1415784"/>
        <a:ext cx="1696863" cy="1018118"/>
      </dsp:txXfrm>
    </dsp:sp>
    <dsp:sp modelId="{BBA3BBC9-D043-44C7-9754-DFB1EA9489BD}">
      <dsp:nvSpPr>
        <dsp:cNvPr id="0" name=""/>
        <dsp:cNvSpPr/>
      </dsp:nvSpPr>
      <dsp:spPr>
        <a:xfrm>
          <a:off x="854914" y="2432102"/>
          <a:ext cx="8348570" cy="359678"/>
        </a:xfrm>
        <a:custGeom>
          <a:avLst/>
          <a:gdLst/>
          <a:ahLst/>
          <a:cxnLst/>
          <a:rect l="0" t="0" r="0" b="0"/>
          <a:pathLst>
            <a:path>
              <a:moveTo>
                <a:pt x="8348570" y="0"/>
              </a:moveTo>
              <a:lnTo>
                <a:pt x="8348570" y="196939"/>
              </a:lnTo>
              <a:lnTo>
                <a:pt x="0" y="196939"/>
              </a:lnTo>
              <a:lnTo>
                <a:pt x="0" y="359678"/>
              </a:lnTo>
            </a:path>
          </a:pathLst>
        </a:custGeom>
        <a:noFill/>
        <a:ln w="6350" cap="flat" cmpd="sng" algn="ctr">
          <a:solidFill>
            <a:schemeClr val="accent2">
              <a:hueOff val="15086155"/>
              <a:satOff val="-221"/>
              <a:lumOff val="514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0257" y="2609990"/>
        <a:ext cx="417884" cy="3902"/>
      </dsp:txXfrm>
    </dsp:sp>
    <dsp:sp modelId="{180878C6-0F02-4F1D-9CF5-449839742E74}">
      <dsp:nvSpPr>
        <dsp:cNvPr id="0" name=""/>
        <dsp:cNvSpPr/>
      </dsp:nvSpPr>
      <dsp:spPr>
        <a:xfrm>
          <a:off x="8355053" y="1415784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faker</a:t>
          </a:r>
        </a:p>
      </dsp:txBody>
      <dsp:txXfrm>
        <a:off x="8355053" y="1415784"/>
        <a:ext cx="1696863" cy="1018118"/>
      </dsp:txXfrm>
    </dsp:sp>
    <dsp:sp modelId="{03BBBB56-8793-4308-B65D-92FC56CD8DEC}">
      <dsp:nvSpPr>
        <dsp:cNvPr id="0" name=""/>
        <dsp:cNvSpPr/>
      </dsp:nvSpPr>
      <dsp:spPr>
        <a:xfrm>
          <a:off x="1701546" y="3287520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16762394"/>
              <a:satOff val="-246"/>
              <a:lumOff val="571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1629" y="3331289"/>
        <a:ext cx="19513" cy="3902"/>
      </dsp:txXfrm>
    </dsp:sp>
    <dsp:sp modelId="{2F44F4DA-F186-4F2C-899B-071F1E1AA52D}">
      <dsp:nvSpPr>
        <dsp:cNvPr id="0" name=""/>
        <dsp:cNvSpPr/>
      </dsp:nvSpPr>
      <dsp:spPr>
        <a:xfrm>
          <a:off x="6482" y="2824181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factorybot</a:t>
          </a:r>
          <a:endParaRPr lang="en-US" sz="1700" kern="1200" dirty="0"/>
        </a:p>
      </dsp:txBody>
      <dsp:txXfrm>
        <a:off x="6482" y="2824181"/>
        <a:ext cx="1696863" cy="1018118"/>
      </dsp:txXfrm>
    </dsp:sp>
    <dsp:sp modelId="{02089217-AE05-42CC-9F14-49F88CED0D4E}">
      <dsp:nvSpPr>
        <dsp:cNvPr id="0" name=""/>
        <dsp:cNvSpPr/>
      </dsp:nvSpPr>
      <dsp:spPr>
        <a:xfrm>
          <a:off x="3788689" y="3287520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18438635"/>
              <a:satOff val="-270"/>
              <a:lumOff val="62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8771" y="3331289"/>
        <a:ext cx="19513" cy="3902"/>
      </dsp:txXfrm>
    </dsp:sp>
    <dsp:sp modelId="{E86D9F09-8738-4DC4-8D5E-0FEDB4C00550}">
      <dsp:nvSpPr>
        <dsp:cNvPr id="0" name=""/>
        <dsp:cNvSpPr/>
      </dsp:nvSpPr>
      <dsp:spPr>
        <a:xfrm>
          <a:off x="2093625" y="2824181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shoulda</a:t>
          </a:r>
          <a:r>
            <a:rPr lang="en-US" sz="1700" kern="1200" dirty="0"/>
            <a:t>-matchers</a:t>
          </a:r>
        </a:p>
      </dsp:txBody>
      <dsp:txXfrm>
        <a:off x="2093625" y="2824181"/>
        <a:ext cx="1696863" cy="1018118"/>
      </dsp:txXfrm>
    </dsp:sp>
    <dsp:sp modelId="{86D9FCF3-3A0B-4D6C-BA48-EE30FA91AA1D}">
      <dsp:nvSpPr>
        <dsp:cNvPr id="0" name=""/>
        <dsp:cNvSpPr/>
      </dsp:nvSpPr>
      <dsp:spPr>
        <a:xfrm>
          <a:off x="5875831" y="3287520"/>
          <a:ext cx="3596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678" y="45720"/>
              </a:lnTo>
            </a:path>
          </a:pathLst>
        </a:custGeom>
        <a:noFill/>
        <a:ln w="6350" cap="flat" cmpd="sng" algn="ctr">
          <a:solidFill>
            <a:schemeClr val="accent2">
              <a:hueOff val="20114874"/>
              <a:satOff val="-295"/>
              <a:lumOff val="686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45914" y="3331289"/>
        <a:ext cx="19513" cy="3902"/>
      </dsp:txXfrm>
    </dsp:sp>
    <dsp:sp modelId="{A5046637-614A-4749-A0FB-7CA373D02470}">
      <dsp:nvSpPr>
        <dsp:cNvPr id="0" name=""/>
        <dsp:cNvSpPr/>
      </dsp:nvSpPr>
      <dsp:spPr>
        <a:xfrm>
          <a:off x="4180768" y="2824181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pry</a:t>
          </a:r>
        </a:p>
      </dsp:txBody>
      <dsp:txXfrm>
        <a:off x="4180768" y="2824181"/>
        <a:ext cx="1696863" cy="1018118"/>
      </dsp:txXfrm>
    </dsp:sp>
    <dsp:sp modelId="{ABEA48C5-DD71-422C-B503-CC895DDF1D5E}">
      <dsp:nvSpPr>
        <dsp:cNvPr id="0" name=""/>
        <dsp:cNvSpPr/>
      </dsp:nvSpPr>
      <dsp:spPr>
        <a:xfrm>
          <a:off x="6267910" y="2824181"/>
          <a:ext cx="1696863" cy="1018118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148" tIns="87278" rIns="83148" bIns="8727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puma, </a:t>
          </a:r>
          <a:r>
            <a:rPr lang="en-US" sz="1700" kern="1200" dirty="0" err="1"/>
            <a:t>webpacker</a:t>
          </a:r>
          <a:r>
            <a:rPr lang="en-US" sz="1700" kern="1200" dirty="0"/>
            <a:t>, </a:t>
          </a:r>
          <a:r>
            <a:rPr lang="en-US" sz="1700" kern="1200" dirty="0" err="1"/>
            <a:t>turbolinks</a:t>
          </a:r>
          <a:r>
            <a:rPr lang="en-US" sz="1700" kern="1200" dirty="0"/>
            <a:t>, </a:t>
          </a:r>
          <a:r>
            <a:rPr lang="en-US" sz="1700" kern="1200" dirty="0" err="1"/>
            <a:t>webconsole</a:t>
          </a:r>
          <a:endParaRPr lang="en-US" sz="1700" kern="1200" dirty="0"/>
        </a:p>
      </dsp:txBody>
      <dsp:txXfrm>
        <a:off x="6267910" y="2824181"/>
        <a:ext cx="1696863" cy="10181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0578A-5948-4DED-8AD4-44AA57BAF77F}">
      <dsp:nvSpPr>
        <dsp:cNvPr id="0" name=""/>
        <dsp:cNvSpPr/>
      </dsp:nvSpPr>
      <dsp:spPr>
        <a:xfrm>
          <a:off x="1227" y="329060"/>
          <a:ext cx="4309690" cy="2736653"/>
        </a:xfrm>
        <a:prstGeom prst="roundRect">
          <a:avLst>
            <a:gd name="adj" fmla="val 10000"/>
          </a:avLst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A46B4C9-79C5-4418-9A82-68B7EA913B9D}">
      <dsp:nvSpPr>
        <dsp:cNvPr id="0" name=""/>
        <dsp:cNvSpPr/>
      </dsp:nvSpPr>
      <dsp:spPr>
        <a:xfrm>
          <a:off x="480082" y="783972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5100" kern="1200"/>
            <a:t>Sfârșit!</a:t>
          </a:r>
          <a:endParaRPr lang="en-US" sz="5100" kern="1200"/>
        </a:p>
      </dsp:txBody>
      <dsp:txXfrm>
        <a:off x="560236" y="864126"/>
        <a:ext cx="4149382" cy="2576345"/>
      </dsp:txXfrm>
    </dsp:sp>
    <dsp:sp modelId="{463C25AD-3EA7-4F22-B66B-F919BEF6E9C2}">
      <dsp:nvSpPr>
        <dsp:cNvPr id="0" name=""/>
        <dsp:cNvSpPr/>
      </dsp:nvSpPr>
      <dsp:spPr>
        <a:xfrm>
          <a:off x="5268627" y="329060"/>
          <a:ext cx="4309690" cy="2736653"/>
        </a:xfrm>
        <a:prstGeom prst="roundRect">
          <a:avLst>
            <a:gd name="adj" fmla="val 10000"/>
          </a:avLst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273AAC-03BB-47F1-8F86-AA2603BC1BEE}">
      <dsp:nvSpPr>
        <dsp:cNvPr id="0" name=""/>
        <dsp:cNvSpPr/>
      </dsp:nvSpPr>
      <dsp:spPr>
        <a:xfrm>
          <a:off x="5747481" y="783972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5100" kern="1200" dirty="0"/>
            <a:t>Vă mulțumesc pentru atenție!</a:t>
          </a:r>
          <a:endParaRPr lang="en-US" sz="5100" kern="1200" dirty="0"/>
        </a:p>
      </dsp:txBody>
      <dsp:txXfrm>
        <a:off x="5827635" y="864126"/>
        <a:ext cx="4149382" cy="2576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0D219-4FF7-497E-8A32-01511C6C989F}" type="datetimeFigureOut">
              <a:rPr lang="en-US" smtClean="0"/>
              <a:t>15-Jun-21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DD7AB-7A78-4A85-953E-268E928A6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0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6B1A7BDB-6120-45CB-9541-E79EDF156209}" type="datetime1">
              <a:rPr lang="en-US" smtClean="0"/>
              <a:t>15-Jun-21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78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C7BD-3D07-4BB8-A93D-37F03C37AD76}" type="datetime1">
              <a:rPr lang="en-US" smtClean="0"/>
              <a:t>15-Jun-21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1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9B152EE-43E8-451A-85EC-496680BB440C}" type="datetime1">
              <a:rPr lang="en-US" smtClean="0"/>
              <a:t>15-Jun-21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02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7977-E7C9-4733-8281-8C6C798CF602}" type="datetime1">
              <a:rPr lang="en-US" smtClean="0"/>
              <a:t>15-Jun-21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7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ADB8-58AD-414B-A95C-C25FF6ADF95B}" type="datetime1">
              <a:rPr lang="en-US" smtClean="0"/>
              <a:t>15-Jun-21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15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2518-37B9-4FAD-B0A2-0750DE4730A0}" type="datetime1">
              <a:rPr lang="en-US" smtClean="0"/>
              <a:t>15-Jun-21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5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78A6-CC28-469A-BA3D-BBA487945FC1}" type="datetime1">
              <a:rPr lang="en-US" smtClean="0"/>
              <a:t>15-Jun-21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38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E8B9D051-8AC4-44F1-923C-ACF34C179288}" type="datetime1">
              <a:rPr lang="en-US" smtClean="0"/>
              <a:t>15-Jun-21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0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DA757493-B9A4-4C65-AB3F-5C80FDD84534}" type="datetime1">
              <a:rPr lang="en-US" smtClean="0"/>
              <a:t>15-Jun-21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79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2FE88-750E-4A41-ACBA-F9C91D7457A3}" type="datetime1">
              <a:rPr lang="en-US" smtClean="0"/>
              <a:t>15-Jun-21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8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BBC0-A902-453B-9956-2627F271B0F6}" type="datetime1">
              <a:rPr lang="en-US" smtClean="0"/>
              <a:t>15-Jun-21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5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CEDC-AE0D-463A-8A2B-8419AF9A1898}" type="datetime1">
              <a:rPr lang="en-US" smtClean="0"/>
              <a:t>15-Jun-21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2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2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36EDD620-7A60-47B3-9909-68906B408C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1" b="5329"/>
          <a:stretch/>
        </p:blipFill>
        <p:spPr>
          <a:xfrm>
            <a:off x="5955" y="-376446"/>
            <a:ext cx="12192000" cy="72344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B121716-8B64-478F-ABDB-17030AD1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24000">
                <a:schemeClr val="bg1">
                  <a:alpha val="20000"/>
                </a:schemeClr>
              </a:gs>
              <a:gs pos="78000">
                <a:schemeClr val="bg1">
                  <a:alpha val="30000"/>
                </a:schemeClr>
              </a:gs>
              <a:gs pos="50000">
                <a:schemeClr val="bg1">
                  <a:alpha val="30000"/>
                </a:schemeClr>
              </a:gs>
              <a:gs pos="100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1AC1C-F4FA-4FFC-ABEB-15FD96199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23" y="4956811"/>
            <a:ext cx="11439414" cy="897439"/>
          </a:xfrm>
        </p:spPr>
        <p:txBody>
          <a:bodyPr>
            <a:normAutofit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Aplica</a:t>
            </a:r>
            <a:r>
              <a:rPr lang="ro-RO" sz="4400" dirty="0">
                <a:solidFill>
                  <a:schemeClr val="tx1"/>
                </a:solidFill>
              </a:rPr>
              <a:t>ție web de gestionare a filmelor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EDD2D-F9B8-4D63-AA31-32A2EF903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723" y="3755418"/>
            <a:ext cx="3159234" cy="897439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tx1"/>
                </a:solidFill>
              </a:rPr>
              <a:t>Coordonator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r>
              <a:rPr lang="en-US" dirty="0">
                <a:solidFill>
                  <a:schemeClr val="tx1"/>
                </a:solidFill>
              </a:rPr>
              <a:t>Dr. Ing. </a:t>
            </a:r>
            <a:r>
              <a:rPr lang="en-US" dirty="0" err="1">
                <a:solidFill>
                  <a:schemeClr val="tx1"/>
                </a:solidFill>
              </a:rPr>
              <a:t>Alexandru</a:t>
            </a:r>
            <a:r>
              <a:rPr lang="en-US" dirty="0">
                <a:solidFill>
                  <a:schemeClr val="tx1"/>
                </a:solidFill>
              </a:rPr>
              <a:t> Top</a:t>
            </a:r>
            <a:r>
              <a:rPr lang="ro-RO" dirty="0" err="1">
                <a:solidFill>
                  <a:schemeClr val="tx1"/>
                </a:solidFill>
              </a:rPr>
              <a:t>îrceanu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80CDBA-8EE0-4269-B123-86837E0B7B43}"/>
              </a:ext>
            </a:extLst>
          </p:cNvPr>
          <p:cNvSpPr txBox="1"/>
          <p:nvPr/>
        </p:nvSpPr>
        <p:spPr>
          <a:xfrm>
            <a:off x="9778344" y="3731763"/>
            <a:ext cx="1607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Candidat</a:t>
            </a:r>
            <a:r>
              <a:rPr lang="en-US" dirty="0"/>
              <a:t>:</a:t>
            </a:r>
          </a:p>
          <a:p>
            <a:r>
              <a:rPr lang="en-US" dirty="0" err="1"/>
              <a:t>Iga</a:t>
            </a:r>
            <a:r>
              <a:rPr lang="ro-RO" dirty="0"/>
              <a:t>ș Iulian-Paul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EBD7D-E902-44A2-A438-3EAAE118E2D9}"/>
              </a:ext>
            </a:extLst>
          </p:cNvPr>
          <p:cNvSpPr txBox="1"/>
          <p:nvPr/>
        </p:nvSpPr>
        <p:spPr>
          <a:xfrm>
            <a:off x="379863" y="781387"/>
            <a:ext cx="39607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Universitatea Politehnica Timișoara</a:t>
            </a:r>
          </a:p>
          <a:p>
            <a:r>
              <a:rPr lang="ro-RO" dirty="0"/>
              <a:t>Facultatea de Automatică și Calculatoare</a:t>
            </a:r>
          </a:p>
          <a:p>
            <a:r>
              <a:rPr lang="ro-RO" dirty="0"/>
              <a:t>Specializare Calculatoare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85FC02A-67A5-47F4-8CBD-852E6B097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774" y="96791"/>
            <a:ext cx="1887363" cy="6162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CB8E8F-4613-4A81-90EC-B6ED5E763F94}"/>
              </a:ext>
            </a:extLst>
          </p:cNvPr>
          <p:cNvSpPr txBox="1"/>
          <p:nvPr/>
        </p:nvSpPr>
        <p:spPr>
          <a:xfrm>
            <a:off x="5466264" y="6126004"/>
            <a:ext cx="1252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Timișoara</a:t>
            </a:r>
          </a:p>
          <a:p>
            <a:r>
              <a:rPr lang="ro-RO" dirty="0"/>
              <a:t>Iunie 2021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98B7B-4B1D-4AD2-B188-3E440687DFF5}"/>
              </a:ext>
            </a:extLst>
          </p:cNvPr>
          <p:cNvSpPr txBox="1"/>
          <p:nvPr/>
        </p:nvSpPr>
        <p:spPr>
          <a:xfrm>
            <a:off x="4597833" y="0"/>
            <a:ext cx="3292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Lucrare de licență</a:t>
            </a:r>
            <a:endParaRPr lang="en-US" sz="2800" dirty="0"/>
          </a:p>
        </p:txBody>
      </p:sp>
      <p:pic>
        <p:nvPicPr>
          <p:cNvPr id="11" name="Graphic 25">
            <a:extLst>
              <a:ext uri="{FF2B5EF4-FFF2-40B4-BE49-F238E27FC236}">
                <a16:creationId xmlns:a16="http://schemas.microsoft.com/office/drawing/2014/main" id="{F5DDC9E5-5B83-48AA-8AF5-F22BA5DC0AF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632" y="112265"/>
            <a:ext cx="1211580" cy="5486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299FA-852C-4714-9C0C-34150E78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6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120F84-A866-4D9F-8B1C-9120A013D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2FEFEF-6AC0-46B6-AC09-11FC56196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998FF-DE56-4025-872C-611C508D6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2" y="870132"/>
            <a:ext cx="9792208" cy="1527078"/>
          </a:xfrm>
        </p:spPr>
        <p:txBody>
          <a:bodyPr>
            <a:normAutofit/>
          </a:bodyPr>
          <a:lstStyle/>
          <a:p>
            <a:r>
              <a:rPr lang="en-US" dirty="0" err="1"/>
              <a:t>Tehnologii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</a:t>
            </a:r>
            <a:r>
              <a:rPr lang="ro-RO" dirty="0"/>
              <a:t>în aplicație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picture containing text, clipart, sign&#10;&#10;Description automatically generated">
            <a:extLst>
              <a:ext uri="{FF2B5EF4-FFF2-40B4-BE49-F238E27FC236}">
                <a16:creationId xmlns:a16="http://schemas.microsoft.com/office/drawing/2014/main" id="{B696F859-A004-4E31-9451-F22F10520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512" y="1887423"/>
            <a:ext cx="3508848" cy="1366837"/>
          </a:xfr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B82C5E3-C11E-4396-A566-20A965F48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230" y="2033092"/>
            <a:ext cx="1775587" cy="1775587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3398B9D8-23BB-4F1B-AD51-E3DFC1ADC7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1887424"/>
            <a:ext cx="1677698" cy="2066924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6D678887-DC09-40E0-93B8-DAF77A3C04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410" y="4453611"/>
            <a:ext cx="3028950" cy="1514475"/>
          </a:xfrm>
          <a:prstGeom prst="rect">
            <a:avLst/>
          </a:prstGeom>
        </p:spPr>
      </p:pic>
      <p:pic>
        <p:nvPicPr>
          <p:cNvPr id="18" name="Picture 1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907891C-2A79-44E5-BB13-63719E57CA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170" y="4408611"/>
            <a:ext cx="2424940" cy="1454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0C9CEB-462D-4FFA-B486-A270D0CCF4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293" y="561991"/>
            <a:ext cx="1887363" cy="6162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551EF-AC74-4815-BCDD-15615B38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25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FC88856-5C40-4F5B-BCD7-CD624FFE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23D345-2AEF-4D76-9E6A-A94063034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60" y="2241932"/>
            <a:ext cx="5492305" cy="237413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D64F326-929E-45E2-B54D-DC7E1720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0224" y="941695"/>
            <a:ext cx="5452527" cy="49746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FCDFD7-7B3B-4ED9-B533-34D0B3724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6167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160AB-32CB-4116-8D52-E4B65D720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846" y="1352277"/>
            <a:ext cx="4633416" cy="1371600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Introducere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AC1E3E5-8EBA-4367-957A-AA215A924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401" y="151691"/>
            <a:ext cx="2042923" cy="667077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2BBCAD-5573-47B9-B9F3-E3F814203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112453"/>
              </p:ext>
            </p:extLst>
          </p:nvPr>
        </p:nvGraphicFramePr>
        <p:xfrm>
          <a:off x="6210845" y="2852792"/>
          <a:ext cx="4633415" cy="2572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7DF93B-3278-44B5-9F02-C39F79E5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1817-B753-4E77-B4A8-F89AAD4D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Ruby Gems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934B6A04-12A9-4BAF-9E25-85420B2BE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961843"/>
              </p:ext>
            </p:extLst>
          </p:nvPr>
        </p:nvGraphicFramePr>
        <p:xfrm>
          <a:off x="1066800" y="2103438"/>
          <a:ext cx="10058400" cy="3849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2FE460-532C-465F-A852-26E8DDC2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8B4FD-B9CC-487A-A8C0-7E249530D2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309" y="712112"/>
            <a:ext cx="1887363" cy="61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212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31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1DA72A1-C712-4F4E-B1A8-AAEC45228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057" y="645106"/>
            <a:ext cx="6762879" cy="3229275"/>
          </a:xfrm>
          <a:prstGeom prst="rect">
            <a:avLst/>
          </a:prstGeom>
        </p:spPr>
      </p:pic>
      <p:sp>
        <p:nvSpPr>
          <p:cNvPr id="42" name="Rectangle 33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501" y="4212709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43" name="Rectangle 35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348" y="4379135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34BC9-2C10-481D-B3A8-5D9FD422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032" y="4519486"/>
            <a:ext cx="10366743" cy="1054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800" cap="all" spc="-100" dirty="0" err="1">
                <a:solidFill>
                  <a:schemeClr val="bg1"/>
                </a:solidFill>
              </a:rPr>
              <a:t>Sondajul</a:t>
            </a:r>
            <a:r>
              <a:rPr lang="en-US" sz="4800" cap="all" spc="-100" dirty="0">
                <a:solidFill>
                  <a:schemeClr val="bg1"/>
                </a:solidFill>
              </a:rPr>
              <a:t> de </a:t>
            </a:r>
            <a:r>
              <a:rPr lang="en-US" sz="4800" cap="all" spc="-100" dirty="0" err="1">
                <a:solidFill>
                  <a:schemeClr val="bg1"/>
                </a:solidFill>
              </a:rPr>
              <a:t>opinie</a:t>
            </a:r>
            <a:endParaRPr lang="en-US" sz="4800" cap="all" spc="-10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45D44C-D4B6-44C0-90E6-93C54B67A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786" y="271365"/>
            <a:ext cx="1887363" cy="6162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C5013F-D6FA-43D2-81F8-AA87D9F1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0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3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0" name="Rectangle 41">
            <a:extLst>
              <a:ext uri="{FF2B5EF4-FFF2-40B4-BE49-F238E27FC236}">
                <a16:creationId xmlns:a16="http://schemas.microsoft.com/office/drawing/2014/main" id="{9BFBBE2E-1F9E-4A1F-80DC-AFE54276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61" name="Rectangle 43">
            <a:extLst>
              <a:ext uri="{FF2B5EF4-FFF2-40B4-BE49-F238E27FC236}">
                <a16:creationId xmlns:a16="http://schemas.microsoft.com/office/drawing/2014/main" id="{312C1FD2-BCF6-4E4B-88E2-32BB52C71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62" name="Rectangle 45">
            <a:extLst>
              <a:ext uri="{FF2B5EF4-FFF2-40B4-BE49-F238E27FC236}">
                <a16:creationId xmlns:a16="http://schemas.microsoft.com/office/drawing/2014/main" id="{2CE109AD-B701-4957-9648-E9D9FC641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3" name="Group 4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0F643E8-8A04-4F5E-9682-75DB08A05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E778470-AE14-43E4-AFBF-22FD75275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184196-EC73-466B-AD6B-1F2709028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ectangle 52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Chart, pie chart&#10;&#10;Description automatically generated">
            <a:extLst>
              <a:ext uri="{FF2B5EF4-FFF2-40B4-BE49-F238E27FC236}">
                <a16:creationId xmlns:a16="http://schemas.microsoft.com/office/drawing/2014/main" id="{E64266E0-4126-4798-8B97-A34B3CB0E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97" y="757882"/>
            <a:ext cx="6527521" cy="2529413"/>
          </a:xfrm>
          <a:prstGeom prst="rect">
            <a:avLst/>
          </a:prstGeom>
        </p:spPr>
      </p:pic>
      <p:sp>
        <p:nvSpPr>
          <p:cNvPr id="65" name="Rectangle 54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1973" y="643465"/>
            <a:ext cx="4143830" cy="27855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66" name="Rectangle 56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7364" y="806365"/>
            <a:ext cx="3813048" cy="2459736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867FD-B0ED-4EE8-BDD1-0404E08D7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364" y="1111662"/>
            <a:ext cx="3813048" cy="19422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400" cap="all" spc="-100" dirty="0" err="1">
                <a:solidFill>
                  <a:schemeClr val="bg1"/>
                </a:solidFill>
              </a:rPr>
              <a:t>Sondajul</a:t>
            </a:r>
            <a:r>
              <a:rPr lang="en-US" sz="2400" cap="all" spc="-100" dirty="0">
                <a:solidFill>
                  <a:schemeClr val="bg1"/>
                </a:solidFill>
              </a:rPr>
              <a:t> de </a:t>
            </a:r>
            <a:r>
              <a:rPr lang="en-US" sz="2400" cap="all" spc="-100" dirty="0" err="1">
                <a:solidFill>
                  <a:schemeClr val="bg1"/>
                </a:solidFill>
              </a:rPr>
              <a:t>opinie</a:t>
            </a:r>
            <a:r>
              <a:rPr lang="en-US" sz="2400" cap="all" spc="-100" dirty="0">
                <a:solidFill>
                  <a:schemeClr val="bg1"/>
                </a:solidFill>
              </a:rPr>
              <a:t> - </a:t>
            </a:r>
            <a:r>
              <a:rPr lang="en-US" sz="2400" cap="all" spc="-100" dirty="0" err="1">
                <a:solidFill>
                  <a:schemeClr val="bg1"/>
                </a:solidFill>
              </a:rPr>
              <a:t>continuare</a:t>
            </a:r>
            <a:endParaRPr lang="en-US" sz="2400" cap="all" spc="-100" dirty="0">
              <a:solidFill>
                <a:schemeClr val="bg1"/>
              </a:solidFill>
            </a:endParaRPr>
          </a:p>
        </p:txBody>
      </p:sp>
      <p:pic>
        <p:nvPicPr>
          <p:cNvPr id="31" name="Picture 30" descr="Chart, pie chart&#10;&#10;Description automatically generated">
            <a:extLst>
              <a:ext uri="{FF2B5EF4-FFF2-40B4-BE49-F238E27FC236}">
                <a16:creationId xmlns:a16="http://schemas.microsoft.com/office/drawing/2014/main" id="{28A7C9C2-D05C-4AA3-97FD-A0209F85E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4098393"/>
            <a:ext cx="3163820" cy="1597728"/>
          </a:xfrm>
          <a:prstGeom prst="rect">
            <a:avLst/>
          </a:prstGeom>
        </p:spPr>
      </p:pic>
      <p:pic>
        <p:nvPicPr>
          <p:cNvPr id="29" name="Content Placeholder 28" descr="Chart, pie chart&#10;&#10;Description automatically generated">
            <a:extLst>
              <a:ext uri="{FF2B5EF4-FFF2-40B4-BE49-F238E27FC236}">
                <a16:creationId xmlns:a16="http://schemas.microsoft.com/office/drawing/2014/main" id="{C718FB22-E5C0-4133-A495-433CA1242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563" y="4026138"/>
            <a:ext cx="3159315" cy="1745521"/>
          </a:xfrm>
          <a:prstGeom prst="rect">
            <a:avLst/>
          </a:prstGeom>
        </p:spPr>
      </p:pic>
      <p:pic>
        <p:nvPicPr>
          <p:cNvPr id="35" name="Picture 34" descr="Chart, pie chart&#10;&#10;Description automatically generated">
            <a:extLst>
              <a:ext uri="{FF2B5EF4-FFF2-40B4-BE49-F238E27FC236}">
                <a16:creationId xmlns:a16="http://schemas.microsoft.com/office/drawing/2014/main" id="{3D8AC67F-17A7-45C4-951B-64E697ACE3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3" y="4007663"/>
            <a:ext cx="4169526" cy="1782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2454BA4-2BF7-43B3-BEDD-97D8810F50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637" y="0"/>
            <a:ext cx="1887363" cy="6162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469C2D-2AF8-45E6-B0BB-90441278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6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FBBE2E-1F9E-4A1F-80DC-AFE54276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2C1FD2-BCF6-4E4B-88E2-32BB52C71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E109AD-B701-4957-9648-E9D9FC641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F643E8-8A04-4F5E-9682-75DB08A05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E778470-AE14-43E4-AFBF-22FD75275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7184196-EC73-466B-AD6B-1F2709028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Chart, pie chart&#10;&#10;Description automatically generated">
            <a:extLst>
              <a:ext uri="{FF2B5EF4-FFF2-40B4-BE49-F238E27FC236}">
                <a16:creationId xmlns:a16="http://schemas.microsoft.com/office/drawing/2014/main" id="{0F6BE4CF-7771-475C-B3EB-C38406AB4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38" y="643465"/>
            <a:ext cx="6452039" cy="275824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1973" y="643465"/>
            <a:ext cx="4143830" cy="27855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7364" y="806365"/>
            <a:ext cx="3813048" cy="2459736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05DA8-79AB-448A-A945-FEF8774E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364" y="1111661"/>
            <a:ext cx="3813048" cy="1828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400" cap="all" spc="-100" dirty="0" err="1">
                <a:solidFill>
                  <a:schemeClr val="bg1"/>
                </a:solidFill>
              </a:rPr>
              <a:t>Sondajul</a:t>
            </a:r>
            <a:r>
              <a:rPr lang="en-US" sz="2400" cap="all" spc="-100" dirty="0">
                <a:solidFill>
                  <a:schemeClr val="bg1"/>
                </a:solidFill>
              </a:rPr>
              <a:t> de </a:t>
            </a:r>
            <a:r>
              <a:rPr lang="en-US" sz="2400" cap="all" spc="-100" dirty="0" err="1">
                <a:solidFill>
                  <a:schemeClr val="bg1"/>
                </a:solidFill>
              </a:rPr>
              <a:t>opinie</a:t>
            </a:r>
            <a:r>
              <a:rPr lang="en-US" sz="2400" cap="all" spc="-100" dirty="0">
                <a:solidFill>
                  <a:schemeClr val="bg1"/>
                </a:solidFill>
              </a:rPr>
              <a:t> - </a:t>
            </a:r>
            <a:r>
              <a:rPr lang="en-US" sz="2400" cap="all" spc="-100" dirty="0" err="1">
                <a:solidFill>
                  <a:schemeClr val="bg1"/>
                </a:solidFill>
              </a:rPr>
              <a:t>continuare</a:t>
            </a:r>
            <a:endParaRPr lang="en-US" sz="2400" cap="all" spc="-100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Chart, pie chart&#10;&#10;Description automatically generated">
            <a:extLst>
              <a:ext uri="{FF2B5EF4-FFF2-40B4-BE49-F238E27FC236}">
                <a16:creationId xmlns:a16="http://schemas.microsoft.com/office/drawing/2014/main" id="{1BBCC34E-C6A4-4147-8EC6-DE850C5FF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4133986"/>
            <a:ext cx="3163820" cy="1526542"/>
          </a:xfrm>
          <a:prstGeom prst="rect">
            <a:avLst/>
          </a:prstGeom>
        </p:spPr>
      </p:pic>
      <p:pic>
        <p:nvPicPr>
          <p:cNvPr id="7" name="Picture 6" descr="Chart, pie chart&#10;&#10;Description automatically generated">
            <a:extLst>
              <a:ext uri="{FF2B5EF4-FFF2-40B4-BE49-F238E27FC236}">
                <a16:creationId xmlns:a16="http://schemas.microsoft.com/office/drawing/2014/main" id="{999555F6-81B7-43D3-932F-020F92F45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563" y="4136714"/>
            <a:ext cx="3159315" cy="1524369"/>
          </a:xfrm>
          <a:prstGeom prst="rect">
            <a:avLst/>
          </a:prstGeom>
        </p:spPr>
      </p:pic>
      <p:pic>
        <p:nvPicPr>
          <p:cNvPr id="9" name="Picture 8" descr="Chart, pie chart&#10;&#10;Description automatically generated">
            <a:extLst>
              <a:ext uri="{FF2B5EF4-FFF2-40B4-BE49-F238E27FC236}">
                <a16:creationId xmlns:a16="http://schemas.microsoft.com/office/drawing/2014/main" id="{78B9D3BC-8660-4AFE-941A-0FED13EB02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3" y="3929485"/>
            <a:ext cx="4169526" cy="19388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E3DAC6C-63FE-4832-A24C-7D99A95255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637" y="3934"/>
            <a:ext cx="1887363" cy="6162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63BEF9-E681-48FA-9E0C-CCE0B69A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2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6032-ECA9-4864-AB46-1F00EF04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66928"/>
            <a:ext cx="10058400" cy="1371600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Structura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aplica</a:t>
            </a:r>
            <a:r>
              <a:rPr lang="ro-RO" dirty="0" err="1">
                <a:solidFill>
                  <a:schemeClr val="bg1"/>
                </a:solidFill>
              </a:rPr>
              <a:t>ției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F953C7-741A-432F-A06A-4E4376C4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8</a:t>
            </a:fld>
            <a:endParaRPr lang="en-US"/>
          </a:p>
        </p:txBody>
      </p:sp>
      <p:pic>
        <p:nvPicPr>
          <p:cNvPr id="6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621F8D3-1440-47E0-B0A5-BA7114E80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299" y="2462516"/>
            <a:ext cx="5276850" cy="3124200"/>
          </a:xfrm>
          <a:prstGeom prst="rect">
            <a:avLst/>
          </a:prstGeom>
        </p:spPr>
      </p:pic>
      <p:pic>
        <p:nvPicPr>
          <p:cNvPr id="9" name="Content Placeholder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0901C9B6-B289-48AC-8BC9-E58F2AC21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226" y="1653703"/>
            <a:ext cx="2835025" cy="4747097"/>
          </a:xfrm>
        </p:spPr>
      </p:pic>
    </p:spTree>
    <p:extLst>
      <p:ext uri="{BB962C8B-B14F-4D97-AF65-F5344CB8AC3E}">
        <p14:creationId xmlns:p14="http://schemas.microsoft.com/office/powerpoint/2010/main" val="18405132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120F84-A866-4D9F-8B1C-9120A013D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2FEFEF-6AC0-46B6-AC09-11FC56196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80545-7390-4EB6-AACF-DEEB1FE6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2" y="870132"/>
            <a:ext cx="9792208" cy="1527078"/>
          </a:xfrm>
        </p:spPr>
        <p:txBody>
          <a:bodyPr>
            <a:normAutofit/>
          </a:bodyPr>
          <a:lstStyle/>
          <a:p>
            <a:r>
              <a:rPr lang="ro-RO" dirty="0"/>
              <a:t>Arhitectura aplicației</a:t>
            </a:r>
            <a:endParaRPr lang="en-US" dirty="0"/>
          </a:p>
        </p:txBody>
      </p:sp>
      <p:pic>
        <p:nvPicPr>
          <p:cNvPr id="13" name="Content Placeholder 12" descr="Chart, funnel chart&#10;&#10;Description automatically generated">
            <a:extLst>
              <a:ext uri="{FF2B5EF4-FFF2-40B4-BE49-F238E27FC236}">
                <a16:creationId xmlns:a16="http://schemas.microsoft.com/office/drawing/2014/main" id="{0D5C3F62-5FB4-4B88-94C3-8B62CEFBA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037" y="2451371"/>
            <a:ext cx="4557849" cy="2922444"/>
          </a:xfr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B6169F6-C747-4F3F-B8D7-03ABDD00B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257" y="561991"/>
            <a:ext cx="1887363" cy="6162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28829F-7B7E-4333-B138-40F2DE12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D2091653-3E49-4EC9-8579-C2C2E1DD7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53" y="2836396"/>
            <a:ext cx="3429443" cy="2202532"/>
          </a:xfrm>
          <a:prstGeom prst="rect">
            <a:avLst/>
          </a:prstGeom>
        </p:spPr>
      </p:pic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AE1AF81A-2C97-4675-960B-646E97FFFE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027" y="3762742"/>
            <a:ext cx="3156881" cy="12761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32F7EA-2976-43D7-B836-72183757826C}"/>
              </a:ext>
            </a:extLst>
          </p:cNvPr>
          <p:cNvSpPr txBox="1"/>
          <p:nvPr/>
        </p:nvSpPr>
        <p:spPr>
          <a:xfrm>
            <a:off x="1766530" y="5189149"/>
            <a:ext cx="258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678D5-4CE2-4581-BD9D-1A50E7855411}"/>
              </a:ext>
            </a:extLst>
          </p:cNvPr>
          <p:cNvSpPr txBox="1"/>
          <p:nvPr/>
        </p:nvSpPr>
        <p:spPr>
          <a:xfrm>
            <a:off x="9677257" y="5192721"/>
            <a:ext cx="1723748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Microservices</a:t>
            </a:r>
          </a:p>
        </p:txBody>
      </p:sp>
    </p:spTree>
    <p:extLst>
      <p:ext uri="{BB962C8B-B14F-4D97-AF65-F5344CB8AC3E}">
        <p14:creationId xmlns:p14="http://schemas.microsoft.com/office/powerpoint/2010/main" val="109440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4E9EDDFA-8F05-462B-8D3E-5B9C4FBC7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8E22454-6DBC-4FF7-9A0F-B99DF260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54" y="1201321"/>
            <a:ext cx="5367165" cy="4468165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143F9A23-3237-4ED6-A1E9-C0E6530E0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63CD46D-4335-4BA4-842A-BF835A99C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26">
            <a:extLst>
              <a:ext uri="{FF2B5EF4-FFF2-40B4-BE49-F238E27FC236}">
                <a16:creationId xmlns:a16="http://schemas.microsoft.com/office/drawing/2014/main" id="{A6AC9BB0-4C94-4426-B708-B52C7A3AD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667" y="1925567"/>
            <a:ext cx="5294352" cy="3931920"/>
          </a:xfrm>
        </p:spPr>
        <p:txBody>
          <a:bodyPr>
            <a:normAutofit/>
          </a:bodyPr>
          <a:lstStyle/>
          <a:p>
            <a:pPr marL="742950" lvl="1" indent="-285750" algn="just">
              <a:spcBef>
                <a:spcPts val="0"/>
              </a:spcBef>
              <a:buSzPts val="1200"/>
            </a:pP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Browserul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face o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solicitare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către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pagina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principală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GET http://localhost:3000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0"/>
              </a:spcBef>
              <a:buSzPts val="1200"/>
            </a:pP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Aplicația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noastră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Rails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primește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această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solicitare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0"/>
              </a:spcBef>
              <a:buSzPts val="1200"/>
            </a:pP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Rails se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mapează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din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rute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traseul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index din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MoviesController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0"/>
              </a:spcBef>
              <a:buSzPts val="1200"/>
            </a:pP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Acțiunea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index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utilizează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modelul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Movie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prelua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toate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filmele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din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baza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date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0"/>
              </a:spcBef>
              <a:buSzPts val="1200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Rails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redă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automat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către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utilizator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fișierul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index.html.erb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aflat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directorul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app/views/movies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0"/>
              </a:spcBef>
              <a:buSzPts val="1200"/>
            </a:pP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Codul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ERB din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vizualizare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genera HTML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0"/>
              </a:spcBef>
              <a:spcAft>
                <a:spcPts val="800"/>
              </a:spcAft>
              <a:buSzPts val="1200"/>
            </a:pP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Serverul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trimite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răspuns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care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conține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codul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HTML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înapoi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către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browser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3" name="Picture 1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20F46FB1-FCB5-4286-B347-D4BEE4D83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624" y="480060"/>
            <a:ext cx="1887363" cy="6162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16D484-985E-43D9-850A-3DD2C959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04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069235B-22DB-4231-8291-D64DA2CDE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B0E957F8-53CF-418B-8390-71710A5B5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095" y="1216593"/>
            <a:ext cx="7538555" cy="40851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BDE72C-51CD-41E5-9BDE-30209733D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781" y="374904"/>
            <a:ext cx="1887363" cy="6162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4461E5-5695-4286-9450-8C8C6B8D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44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2245C-FD73-43F9-8EEE-9447BE91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ro-RO" dirty="0" err="1">
                <a:solidFill>
                  <a:schemeClr val="bg1"/>
                </a:solidFill>
              </a:rPr>
              <a:t>ails</a:t>
            </a:r>
            <a:r>
              <a:rPr lang="ro-RO" dirty="0">
                <a:solidFill>
                  <a:schemeClr val="bg1"/>
                </a:solidFill>
              </a:rPr>
              <a:t> </a:t>
            </a:r>
            <a:r>
              <a:rPr lang="ro-RO" dirty="0" err="1">
                <a:solidFill>
                  <a:schemeClr val="bg1"/>
                </a:solidFill>
              </a:rPr>
              <a:t>Routes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99B4D5-FC6C-4CD1-88BC-4DAE0AECB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1673134"/>
              </p:ext>
            </p:extLst>
          </p:nvPr>
        </p:nvGraphicFramePr>
        <p:xfrm>
          <a:off x="1066800" y="2103437"/>
          <a:ext cx="9936144" cy="3533688"/>
        </p:xfrm>
        <a:graphic>
          <a:graphicData uri="http://schemas.openxmlformats.org/drawingml/2006/table">
            <a:tbl>
              <a:tblPr firstRow="1" firstCol="1" bandRow="1"/>
              <a:tblGrid>
                <a:gridCol w="1927369">
                  <a:extLst>
                    <a:ext uri="{9D8B030D-6E8A-4147-A177-3AD203B41FA5}">
                      <a16:colId xmlns:a16="http://schemas.microsoft.com/office/drawing/2014/main" val="228531699"/>
                    </a:ext>
                  </a:extLst>
                </a:gridCol>
                <a:gridCol w="2203301">
                  <a:extLst>
                    <a:ext uri="{9D8B030D-6E8A-4147-A177-3AD203B41FA5}">
                      <a16:colId xmlns:a16="http://schemas.microsoft.com/office/drawing/2014/main" val="1162454452"/>
                    </a:ext>
                  </a:extLst>
                </a:gridCol>
                <a:gridCol w="2761889">
                  <a:extLst>
                    <a:ext uri="{9D8B030D-6E8A-4147-A177-3AD203B41FA5}">
                      <a16:colId xmlns:a16="http://schemas.microsoft.com/office/drawing/2014/main" val="2779499880"/>
                    </a:ext>
                  </a:extLst>
                </a:gridCol>
                <a:gridCol w="3043585">
                  <a:extLst>
                    <a:ext uri="{9D8B030D-6E8A-4147-A177-3AD203B41FA5}">
                      <a16:colId xmlns:a16="http://schemas.microsoft.com/office/drawing/2014/main" val="2916334097"/>
                    </a:ext>
                  </a:extLst>
                </a:gridCol>
              </a:tblGrid>
              <a:tr h="36737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Verbul HTTP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Adresa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Controller#acțiune</a:t>
                      </a:r>
                      <a:endParaRPr lang="en-US" sz="2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Folosit pentru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25018"/>
                  </a:ext>
                </a:extLst>
              </a:tr>
              <a:tr h="36737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/movies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movies#index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afișa liste de filme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549158"/>
                  </a:ext>
                </a:extLst>
              </a:tr>
              <a:tr h="664713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/movies/new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movies#new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returna pagina de adăugare a unui film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809262"/>
                  </a:ext>
                </a:extLst>
              </a:tr>
              <a:tr h="36737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POST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/movies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movies#create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crea un film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41363"/>
                  </a:ext>
                </a:extLst>
              </a:tr>
              <a:tr h="36737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/movies/:id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movies#show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afișa informațiile unui film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454868"/>
                  </a:ext>
                </a:extLst>
              </a:tr>
              <a:tr h="664713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GET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/movies/:id/edit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movies#edit</a:t>
                      </a:r>
                      <a:endParaRPr lang="en-US" sz="2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returna pagina de editare a unui film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93370"/>
                  </a:ext>
                </a:extLst>
              </a:tr>
              <a:tr h="36737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PATCH/PUT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/movies/:id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movies#update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face update la un film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301213"/>
                  </a:ext>
                </a:extLst>
              </a:tr>
              <a:tr h="36737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DELETE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/movies/:id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movies#destroy</a:t>
                      </a:r>
                      <a:endParaRPr lang="en-US" sz="21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șterge</a:t>
                      </a: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 film</a:t>
                      </a:r>
                      <a:endParaRPr lang="en-US" sz="2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34" marR="78834" marT="109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41145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57DDD-3192-46AD-AD04-C0EBE0D6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AC294A-D1BD-486B-BA21-7D85146C3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984" y="681227"/>
            <a:ext cx="1887363" cy="61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3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pic>
        <p:nvPicPr>
          <p:cNvPr id="5" name="Content Placeholder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C938780A-B245-4563-A688-5F25A6E3A1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69" y="643467"/>
            <a:ext cx="4512563" cy="5571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F2A5A6-3538-4063-ACB3-C4CED28DC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08" y="561991"/>
            <a:ext cx="1887363" cy="6162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57324-D65F-4C6C-9D02-F3145BEF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CF080B9-64D6-4926-898F-D6A7EB301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471" y="1554104"/>
            <a:ext cx="6393734" cy="43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447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E0389A-4A58-4077-A0BF-86C8A3A98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08" y="561991"/>
            <a:ext cx="1887363" cy="616282"/>
          </a:xfrm>
          <a:prstGeom prst="rect">
            <a:avLst/>
          </a:prstGeom>
        </p:spPr>
      </p:pic>
      <p:pic>
        <p:nvPicPr>
          <p:cNvPr id="6" name="Content Placeholder 5" descr="Text&#10;&#10;Description automatically generated">
            <a:extLst>
              <a:ext uri="{FF2B5EF4-FFF2-40B4-BE49-F238E27FC236}">
                <a16:creationId xmlns:a16="http://schemas.microsoft.com/office/drawing/2014/main" id="{5CCA13D8-B343-4D06-A979-7AEF42B27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67" y="449933"/>
            <a:ext cx="6100045" cy="2886119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9190A0-08ED-48A9-9B7F-1B3DB4C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14</a:t>
            </a:fld>
            <a:endParaRPr lang="en-US"/>
          </a:p>
        </p:txBody>
      </p:sp>
      <p:pic>
        <p:nvPicPr>
          <p:cNvPr id="5" name="Content Placeholder 4" descr="A screen shot of a computer&#10;&#10;Description automatically generated with low confidence">
            <a:extLst>
              <a:ext uri="{FF2B5EF4-FFF2-40B4-BE49-F238E27FC236}">
                <a16:creationId xmlns:a16="http://schemas.microsoft.com/office/drawing/2014/main" id="{B64BF70B-B51E-4C74-AEE9-0E665794F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549" y="3410893"/>
            <a:ext cx="7398564" cy="298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559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120F84-A866-4D9F-8B1C-9120A013D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2FEFEF-6AC0-46B6-AC09-11FC56196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8794-7A5F-458D-BA2E-78A2C690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2" y="870132"/>
            <a:ext cx="9792208" cy="1527078"/>
          </a:xfrm>
        </p:spPr>
        <p:txBody>
          <a:bodyPr>
            <a:normAutofit/>
          </a:bodyPr>
          <a:lstStyle/>
          <a:p>
            <a:r>
              <a:rPr lang="ro-RO" dirty="0"/>
              <a:t>Comunicarea cu baza de date</a:t>
            </a:r>
            <a:endParaRPr lang="en-US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182311FC-977A-41D2-B1FB-A35CFE2CD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776" y="2272844"/>
            <a:ext cx="4328535" cy="313971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AB0ACF-666D-4543-AE90-9495968F9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08" y="561991"/>
            <a:ext cx="1887363" cy="616282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54DA5559-CFE4-46D8-92A3-D3A580D3C7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508" y="2705351"/>
            <a:ext cx="3848433" cy="252243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C92D92-05B1-4680-99EF-46B65148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43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069235B-22DB-4231-8291-D64DA2CDE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F15E4999-6B72-43A4-BFAD-9F6C35DBD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28" y="1696893"/>
            <a:ext cx="10577744" cy="34642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E65CC3-3C87-4202-9233-5CC71E67F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08" y="561991"/>
            <a:ext cx="1887363" cy="6162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B6C3B0-D477-4059-AC38-5CCAB143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51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120F84-A866-4D9F-8B1C-9120A013D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2FEFEF-6AC0-46B6-AC09-11FC56196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17493-BB7E-4F7C-BDAB-2A2E6120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2" y="870132"/>
            <a:ext cx="9792208" cy="1527078"/>
          </a:xfrm>
        </p:spPr>
        <p:txBody>
          <a:bodyPr>
            <a:normAutofit/>
          </a:bodyPr>
          <a:lstStyle/>
          <a:p>
            <a:r>
              <a:rPr lang="ro-RO" dirty="0"/>
              <a:t>Testarea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20885-195D-4942-84FE-461B05D7F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512" y="2557849"/>
            <a:ext cx="9792208" cy="3407862"/>
          </a:xfrm>
        </p:spPr>
        <p:txBody>
          <a:bodyPr>
            <a:normAutofit/>
          </a:bodyPr>
          <a:lstStyle/>
          <a:p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regulă într-o aplicație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Ruby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Rails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 aplică Test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Driven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(TDD),</a:t>
            </a: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abordare a testării software automate care implică scrierea testelor înainte de scrierea codului în mediul de dezvoltare, pentru a valida ce face codul.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În interiorul proiectului, includem și o parte de testare în directorul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pentru a putea simula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request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-urile către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browserul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web din controller, cât și funcționalitatea modelului de film cu validările corespunzătoare. Astfel, putem să testăm răspunsul aplicației noastre prin testele controllerului fără a trebui să testăm acest lucru în browser.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CA0DD5-01BA-49D4-BFCE-75AFF39FC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08" y="561991"/>
            <a:ext cx="1887363" cy="6162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0EDC5-4B50-4F1D-8D24-9D344ACA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36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120F84-A866-4D9F-8B1C-9120A013D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2FEFEF-6AC0-46B6-AC09-11FC56196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B3B586-CAA3-4795-8955-B31123F9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2" y="870132"/>
            <a:ext cx="9792208" cy="1527078"/>
          </a:xfrm>
        </p:spPr>
        <p:txBody>
          <a:bodyPr>
            <a:normAutofit/>
          </a:bodyPr>
          <a:lstStyle/>
          <a:p>
            <a:r>
              <a:rPr lang="ro-RO" dirty="0"/>
              <a:t>Concluzii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EC655-5096-43E7-9221-392629F3F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512" y="2557849"/>
            <a:ext cx="9792208" cy="3407862"/>
          </a:xfrm>
        </p:spPr>
        <p:txBody>
          <a:bodyPr>
            <a:normAutofit/>
          </a:bodyPr>
          <a:lstStyle/>
          <a:p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Aplicațiile web devin din ce în ce mai complexe și mulți dintre noi ne întrebăm cum să stăpânim provocări tehnologice pentru a putea crea pagini dinamice, interactive, care arată bine. </a:t>
            </a:r>
          </a:p>
          <a:p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Ruby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on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Rails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este un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framework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web dezvoltat pentru a crește productivitatea programatorilor și a reduce barierele de intrare în dezvoltarea aplicațiilor web.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7BA1E-23CD-4766-8560-957C5DB0D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08" y="561991"/>
            <a:ext cx="1887363" cy="6162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A8009-D504-4276-A587-2F131F8D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61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heel spokes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1562F6-3480-455F-8265-6E58B8A3F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058662"/>
              </p:ext>
            </p:extLst>
          </p:nvPr>
        </p:nvGraphicFramePr>
        <p:xfrm>
          <a:off x="1066800" y="1504156"/>
          <a:ext cx="10058400" cy="3849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74F362-07AD-41C2-9BA4-B1A3C025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6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LeftStep">
      <a:dk1>
        <a:srgbClr val="000000"/>
      </a:dk1>
      <a:lt1>
        <a:srgbClr val="FFFFFF"/>
      </a:lt1>
      <a:dk2>
        <a:srgbClr val="243141"/>
      </a:dk2>
      <a:lt2>
        <a:srgbClr val="E2E5E8"/>
      </a:lt2>
      <a:accent1>
        <a:srgbClr val="C99A68"/>
      </a:accent1>
      <a:accent2>
        <a:srgbClr val="CB776E"/>
      </a:accent2>
      <a:accent3>
        <a:srgbClr val="D488A0"/>
      </a:accent3>
      <a:accent4>
        <a:srgbClr val="CB6EB2"/>
      </a:accent4>
      <a:accent5>
        <a:srgbClr val="C988D4"/>
      </a:accent5>
      <a:accent6>
        <a:srgbClr val="966ECB"/>
      </a:accent6>
      <a:hlink>
        <a:srgbClr val="6184A9"/>
      </a:hlink>
      <a:folHlink>
        <a:srgbClr val="7F7F7F"/>
      </a:folHlink>
    </a:clrScheme>
    <a:fontScheme name="Savon">
      <a:maj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491</Words>
  <Application>Microsoft Office PowerPoint</Application>
  <PresentationFormat>Widescreen</PresentationFormat>
  <Paragraphs>110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Garamond</vt:lpstr>
      <vt:lpstr>Gill Sans MT</vt:lpstr>
      <vt:lpstr>Times New Roman</vt:lpstr>
      <vt:lpstr>SavonVTI</vt:lpstr>
      <vt:lpstr>Aplicație web de gestionare a filmelor</vt:lpstr>
      <vt:lpstr>Tehnologii folosite în aplicație </vt:lpstr>
      <vt:lpstr>Introducere</vt:lpstr>
      <vt:lpstr>Ruby Gems</vt:lpstr>
      <vt:lpstr>Sondajul de opinie</vt:lpstr>
      <vt:lpstr>Sondajul de opinie - continuare</vt:lpstr>
      <vt:lpstr>Sondajul de opinie - continuare</vt:lpstr>
      <vt:lpstr>Structura aplicației</vt:lpstr>
      <vt:lpstr>Arhitectura aplicației</vt:lpstr>
      <vt:lpstr>PowerPoint Presentation</vt:lpstr>
      <vt:lpstr>PowerPoint Presentation</vt:lpstr>
      <vt:lpstr>Rails Routes</vt:lpstr>
      <vt:lpstr>PowerPoint Presentation</vt:lpstr>
      <vt:lpstr>PowerPoint Presentation</vt:lpstr>
      <vt:lpstr>Comunicarea cu baza de date</vt:lpstr>
      <vt:lpstr>PowerPoint Presentation</vt:lpstr>
      <vt:lpstr>Testarea</vt:lpstr>
      <vt:lpstr>Concluzii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Iulian-Paul</dc:creator>
  <cp:lastModifiedBy>Iulian-Paul</cp:lastModifiedBy>
  <cp:revision>150</cp:revision>
  <dcterms:created xsi:type="dcterms:W3CDTF">2021-06-06T14:46:34Z</dcterms:created>
  <dcterms:modified xsi:type="dcterms:W3CDTF">2021-06-15T17:29:29Z</dcterms:modified>
</cp:coreProperties>
</file>